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99" r:id="rId6"/>
    <p:sldId id="301" r:id="rId7"/>
    <p:sldId id="302" r:id="rId8"/>
    <p:sldId id="303" r:id="rId9"/>
    <p:sldId id="304" r:id="rId10"/>
    <p:sldId id="305" r:id="rId11"/>
  </p:sldIdLst>
  <p:sldSz cx="9144000" cy="5143500"/>
  <p:notesSz cx="6858000" cy="9144000"/>
  <p:embeddedFontLst>
    <p:embeddedFont>
      <p:font typeface="Manrope"/>
      <p:regular r:id="rId15"/>
    </p:embeddedFont>
    <p:embeddedFont>
      <p:font typeface="Cambay" panose="00000500000000000000"/>
      <p:regular r:id="rId16"/>
    </p:embeddedFont>
    <p:embeddedFont>
      <p:font typeface="Raleway"/>
      <p:regular r:id="rId17"/>
    </p:embeddedFont>
    <p:embeddedFont>
      <p:font typeface="Manrope SemiBold"/>
      <p:bold r:id="rId18"/>
    </p:embeddedFont>
  </p:embeddedFontLst>
  <p:custDataLst>
    <p:tags r:id="rId1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6.xml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9db86783ae_0_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9db86783ae_0_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9dafa2afa8_0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9dafa2afa8_0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9e604d169f_0_2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9e604d169f_0_2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100" y="1007500"/>
            <a:ext cx="4121100" cy="22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40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715100" y="3422163"/>
            <a:ext cx="4121100" cy="4095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>
            <p:ph type="pic" idx="2"/>
          </p:nvPr>
        </p:nvSpPr>
        <p:spPr>
          <a:xfrm>
            <a:off x="5283775" y="535000"/>
            <a:ext cx="3145200" cy="40734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0" y="4898000"/>
            <a:ext cx="4572000" cy="24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196374" y="-181384"/>
            <a:ext cx="1037421" cy="1101296"/>
            <a:chOff x="4839909" y="3994980"/>
            <a:chExt cx="696022" cy="738877"/>
          </a:xfrm>
        </p:grpSpPr>
        <p:sp>
          <p:nvSpPr>
            <p:cNvPr id="14" name="Google Shape;14;p2"/>
            <p:cNvSpPr/>
            <p:nvPr/>
          </p:nvSpPr>
          <p:spPr>
            <a:xfrm>
              <a:off x="4839909" y="3994980"/>
              <a:ext cx="696022" cy="738877"/>
            </a:xfrm>
            <a:custGeom>
              <a:avLst/>
              <a:gdLst/>
              <a:ahLst/>
              <a:cxnLst/>
              <a:rect l="l" t="t" r="r" b="b"/>
              <a:pathLst>
                <a:path w="232" h="246" extrusionOk="0">
                  <a:moveTo>
                    <a:pt x="106" y="246"/>
                  </a:moveTo>
                  <a:cubicBezTo>
                    <a:pt x="91" y="246"/>
                    <a:pt x="80" y="244"/>
                    <a:pt x="70" y="239"/>
                  </a:cubicBezTo>
                  <a:cubicBezTo>
                    <a:pt x="62" y="235"/>
                    <a:pt x="55" y="229"/>
                    <a:pt x="48" y="222"/>
                  </a:cubicBezTo>
                  <a:cubicBezTo>
                    <a:pt x="32" y="208"/>
                    <a:pt x="15" y="192"/>
                    <a:pt x="8" y="170"/>
                  </a:cubicBezTo>
                  <a:cubicBezTo>
                    <a:pt x="3" y="155"/>
                    <a:pt x="3" y="139"/>
                    <a:pt x="4" y="123"/>
                  </a:cubicBezTo>
                  <a:cubicBezTo>
                    <a:pt x="4" y="122"/>
                    <a:pt x="4" y="122"/>
                    <a:pt x="4" y="122"/>
                  </a:cubicBezTo>
                  <a:cubicBezTo>
                    <a:pt x="5" y="76"/>
                    <a:pt x="4" y="42"/>
                    <a:pt x="0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42"/>
                    <a:pt x="7" y="76"/>
                    <a:pt x="6" y="122"/>
                  </a:cubicBezTo>
                  <a:cubicBezTo>
                    <a:pt x="6" y="123"/>
                    <a:pt x="6" y="123"/>
                    <a:pt x="6" y="123"/>
                  </a:cubicBezTo>
                  <a:cubicBezTo>
                    <a:pt x="5" y="139"/>
                    <a:pt x="5" y="155"/>
                    <a:pt x="10" y="170"/>
                  </a:cubicBezTo>
                  <a:cubicBezTo>
                    <a:pt x="17" y="191"/>
                    <a:pt x="34" y="207"/>
                    <a:pt x="49" y="221"/>
                  </a:cubicBezTo>
                  <a:cubicBezTo>
                    <a:pt x="56" y="227"/>
                    <a:pt x="63" y="233"/>
                    <a:pt x="71" y="238"/>
                  </a:cubicBezTo>
                  <a:cubicBezTo>
                    <a:pt x="81" y="242"/>
                    <a:pt x="92" y="244"/>
                    <a:pt x="107" y="244"/>
                  </a:cubicBezTo>
                  <a:cubicBezTo>
                    <a:pt x="129" y="244"/>
                    <a:pt x="150" y="240"/>
                    <a:pt x="168" y="231"/>
                  </a:cubicBezTo>
                  <a:cubicBezTo>
                    <a:pt x="187" y="221"/>
                    <a:pt x="203" y="206"/>
                    <a:pt x="212" y="188"/>
                  </a:cubicBezTo>
                  <a:cubicBezTo>
                    <a:pt x="222" y="171"/>
                    <a:pt x="224" y="150"/>
                    <a:pt x="226" y="131"/>
                  </a:cubicBezTo>
                  <a:cubicBezTo>
                    <a:pt x="230" y="88"/>
                    <a:pt x="229" y="43"/>
                    <a:pt x="228" y="0"/>
                  </a:cubicBezTo>
                  <a:cubicBezTo>
                    <a:pt x="230" y="0"/>
                    <a:pt x="230" y="0"/>
                    <a:pt x="230" y="0"/>
                  </a:cubicBezTo>
                  <a:cubicBezTo>
                    <a:pt x="231" y="43"/>
                    <a:pt x="232" y="88"/>
                    <a:pt x="228" y="131"/>
                  </a:cubicBezTo>
                  <a:cubicBezTo>
                    <a:pt x="226" y="151"/>
                    <a:pt x="224" y="171"/>
                    <a:pt x="214" y="189"/>
                  </a:cubicBezTo>
                  <a:cubicBezTo>
                    <a:pt x="205" y="207"/>
                    <a:pt x="189" y="223"/>
                    <a:pt x="169" y="233"/>
                  </a:cubicBezTo>
                  <a:cubicBezTo>
                    <a:pt x="151" y="242"/>
                    <a:pt x="129" y="246"/>
                    <a:pt x="107" y="246"/>
                  </a:cubicBezTo>
                  <a:cubicBezTo>
                    <a:pt x="107" y="246"/>
                    <a:pt x="106" y="246"/>
                    <a:pt x="106" y="2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875375" y="4006802"/>
              <a:ext cx="616223" cy="678289"/>
            </a:xfrm>
            <a:custGeom>
              <a:avLst/>
              <a:gdLst/>
              <a:ahLst/>
              <a:cxnLst/>
              <a:rect l="l" t="t" r="r" b="b"/>
              <a:pathLst>
                <a:path w="205" h="226" extrusionOk="0">
                  <a:moveTo>
                    <a:pt x="90" y="226"/>
                  </a:moveTo>
                  <a:cubicBezTo>
                    <a:pt x="85" y="226"/>
                    <a:pt x="80" y="225"/>
                    <a:pt x="76" y="223"/>
                  </a:cubicBezTo>
                  <a:cubicBezTo>
                    <a:pt x="71" y="222"/>
                    <a:pt x="66" y="219"/>
                    <a:pt x="61" y="216"/>
                  </a:cubicBezTo>
                  <a:cubicBezTo>
                    <a:pt x="49" y="209"/>
                    <a:pt x="36" y="202"/>
                    <a:pt x="26" y="191"/>
                  </a:cubicBezTo>
                  <a:cubicBezTo>
                    <a:pt x="17" y="181"/>
                    <a:pt x="11" y="168"/>
                    <a:pt x="8" y="152"/>
                  </a:cubicBezTo>
                  <a:cubicBezTo>
                    <a:pt x="5" y="138"/>
                    <a:pt x="4" y="123"/>
                    <a:pt x="4" y="10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6" y="109"/>
                    <a:pt x="6" y="109"/>
                    <a:pt x="6" y="109"/>
                  </a:cubicBezTo>
                  <a:cubicBezTo>
                    <a:pt x="6" y="123"/>
                    <a:pt x="7" y="138"/>
                    <a:pt x="10" y="152"/>
                  </a:cubicBezTo>
                  <a:cubicBezTo>
                    <a:pt x="13" y="167"/>
                    <a:pt x="19" y="180"/>
                    <a:pt x="28" y="190"/>
                  </a:cubicBezTo>
                  <a:cubicBezTo>
                    <a:pt x="37" y="201"/>
                    <a:pt x="50" y="208"/>
                    <a:pt x="62" y="215"/>
                  </a:cubicBezTo>
                  <a:cubicBezTo>
                    <a:pt x="67" y="217"/>
                    <a:pt x="72" y="220"/>
                    <a:pt x="77" y="222"/>
                  </a:cubicBezTo>
                  <a:cubicBezTo>
                    <a:pt x="86" y="224"/>
                    <a:pt x="96" y="224"/>
                    <a:pt x="108" y="221"/>
                  </a:cubicBezTo>
                  <a:cubicBezTo>
                    <a:pt x="118" y="218"/>
                    <a:pt x="127" y="213"/>
                    <a:pt x="137" y="208"/>
                  </a:cubicBezTo>
                  <a:cubicBezTo>
                    <a:pt x="162" y="196"/>
                    <a:pt x="162" y="196"/>
                    <a:pt x="162" y="196"/>
                  </a:cubicBezTo>
                  <a:cubicBezTo>
                    <a:pt x="169" y="192"/>
                    <a:pt x="178" y="187"/>
                    <a:pt x="184" y="180"/>
                  </a:cubicBezTo>
                  <a:cubicBezTo>
                    <a:pt x="190" y="172"/>
                    <a:pt x="192" y="162"/>
                    <a:pt x="194" y="153"/>
                  </a:cubicBezTo>
                  <a:cubicBezTo>
                    <a:pt x="201" y="115"/>
                    <a:pt x="203" y="75"/>
                    <a:pt x="199" y="37"/>
                  </a:cubicBezTo>
                  <a:cubicBezTo>
                    <a:pt x="199" y="35"/>
                    <a:pt x="199" y="33"/>
                    <a:pt x="198" y="31"/>
                  </a:cubicBezTo>
                  <a:cubicBezTo>
                    <a:pt x="197" y="21"/>
                    <a:pt x="196" y="10"/>
                    <a:pt x="197" y="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198" y="10"/>
                    <a:pt x="199" y="21"/>
                    <a:pt x="200" y="31"/>
                  </a:cubicBezTo>
                  <a:cubicBezTo>
                    <a:pt x="201" y="33"/>
                    <a:pt x="201" y="35"/>
                    <a:pt x="201" y="36"/>
                  </a:cubicBezTo>
                  <a:cubicBezTo>
                    <a:pt x="205" y="75"/>
                    <a:pt x="203" y="115"/>
                    <a:pt x="196" y="153"/>
                  </a:cubicBezTo>
                  <a:cubicBezTo>
                    <a:pt x="194" y="163"/>
                    <a:pt x="192" y="173"/>
                    <a:pt x="185" y="181"/>
                  </a:cubicBezTo>
                  <a:cubicBezTo>
                    <a:pt x="179" y="189"/>
                    <a:pt x="170" y="193"/>
                    <a:pt x="162" y="197"/>
                  </a:cubicBezTo>
                  <a:cubicBezTo>
                    <a:pt x="138" y="210"/>
                    <a:pt x="138" y="210"/>
                    <a:pt x="138" y="210"/>
                  </a:cubicBezTo>
                  <a:cubicBezTo>
                    <a:pt x="128" y="215"/>
                    <a:pt x="119" y="220"/>
                    <a:pt x="108" y="223"/>
                  </a:cubicBezTo>
                  <a:cubicBezTo>
                    <a:pt x="102" y="225"/>
                    <a:pt x="96" y="226"/>
                    <a:pt x="90" y="2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921185" y="4003846"/>
              <a:ext cx="509825" cy="617701"/>
            </a:xfrm>
            <a:custGeom>
              <a:avLst/>
              <a:gdLst/>
              <a:ahLst/>
              <a:cxnLst/>
              <a:rect l="l" t="t" r="r" b="b"/>
              <a:pathLst>
                <a:path w="170" h="206" extrusionOk="0">
                  <a:moveTo>
                    <a:pt x="83" y="206"/>
                  </a:moveTo>
                  <a:cubicBezTo>
                    <a:pt x="79" y="206"/>
                    <a:pt x="75" y="206"/>
                    <a:pt x="71" y="205"/>
                  </a:cubicBezTo>
                  <a:cubicBezTo>
                    <a:pt x="53" y="203"/>
                    <a:pt x="36" y="194"/>
                    <a:pt x="25" y="182"/>
                  </a:cubicBezTo>
                  <a:cubicBezTo>
                    <a:pt x="10" y="164"/>
                    <a:pt x="6" y="138"/>
                    <a:pt x="4" y="114"/>
                  </a:cubicBezTo>
                  <a:cubicBezTo>
                    <a:pt x="1" y="79"/>
                    <a:pt x="1" y="43"/>
                    <a:pt x="0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3" y="43"/>
                    <a:pt x="3" y="79"/>
                    <a:pt x="6" y="114"/>
                  </a:cubicBezTo>
                  <a:cubicBezTo>
                    <a:pt x="8" y="138"/>
                    <a:pt x="12" y="163"/>
                    <a:pt x="27" y="180"/>
                  </a:cubicBezTo>
                  <a:cubicBezTo>
                    <a:pt x="38" y="193"/>
                    <a:pt x="54" y="201"/>
                    <a:pt x="72" y="203"/>
                  </a:cubicBezTo>
                  <a:cubicBezTo>
                    <a:pt x="87" y="206"/>
                    <a:pt x="105" y="203"/>
                    <a:pt x="122" y="197"/>
                  </a:cubicBezTo>
                  <a:cubicBezTo>
                    <a:pt x="135" y="192"/>
                    <a:pt x="144" y="186"/>
                    <a:pt x="150" y="179"/>
                  </a:cubicBezTo>
                  <a:cubicBezTo>
                    <a:pt x="161" y="166"/>
                    <a:pt x="163" y="148"/>
                    <a:pt x="165" y="130"/>
                  </a:cubicBezTo>
                  <a:cubicBezTo>
                    <a:pt x="168" y="87"/>
                    <a:pt x="168" y="43"/>
                    <a:pt x="165" y="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170" y="43"/>
                    <a:pt x="170" y="87"/>
                    <a:pt x="167" y="130"/>
                  </a:cubicBezTo>
                  <a:cubicBezTo>
                    <a:pt x="165" y="148"/>
                    <a:pt x="163" y="167"/>
                    <a:pt x="152" y="180"/>
                  </a:cubicBezTo>
                  <a:cubicBezTo>
                    <a:pt x="145" y="188"/>
                    <a:pt x="136" y="194"/>
                    <a:pt x="123" y="199"/>
                  </a:cubicBezTo>
                  <a:cubicBezTo>
                    <a:pt x="110" y="204"/>
                    <a:pt x="96" y="206"/>
                    <a:pt x="83" y="2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968473" y="4003846"/>
              <a:ext cx="406382" cy="576324"/>
            </a:xfrm>
            <a:custGeom>
              <a:avLst/>
              <a:gdLst/>
              <a:ahLst/>
              <a:cxnLst/>
              <a:rect l="l" t="t" r="r" b="b"/>
              <a:pathLst>
                <a:path w="135" h="192" extrusionOk="0">
                  <a:moveTo>
                    <a:pt x="67" y="192"/>
                  </a:moveTo>
                  <a:cubicBezTo>
                    <a:pt x="62" y="192"/>
                    <a:pt x="57" y="191"/>
                    <a:pt x="52" y="189"/>
                  </a:cubicBezTo>
                  <a:cubicBezTo>
                    <a:pt x="47" y="188"/>
                    <a:pt x="41" y="185"/>
                    <a:pt x="35" y="180"/>
                  </a:cubicBezTo>
                  <a:cubicBezTo>
                    <a:pt x="26" y="174"/>
                    <a:pt x="19" y="166"/>
                    <a:pt x="15" y="158"/>
                  </a:cubicBezTo>
                  <a:cubicBezTo>
                    <a:pt x="7" y="145"/>
                    <a:pt x="5" y="129"/>
                    <a:pt x="4" y="113"/>
                  </a:cubicBezTo>
                  <a:cubicBezTo>
                    <a:pt x="1" y="79"/>
                    <a:pt x="0" y="44"/>
                    <a:pt x="0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44"/>
                    <a:pt x="3" y="79"/>
                    <a:pt x="6" y="113"/>
                  </a:cubicBezTo>
                  <a:cubicBezTo>
                    <a:pt x="7" y="129"/>
                    <a:pt x="9" y="144"/>
                    <a:pt x="17" y="157"/>
                  </a:cubicBezTo>
                  <a:cubicBezTo>
                    <a:pt x="21" y="165"/>
                    <a:pt x="28" y="172"/>
                    <a:pt x="37" y="179"/>
                  </a:cubicBezTo>
                  <a:cubicBezTo>
                    <a:pt x="42" y="183"/>
                    <a:pt x="47" y="186"/>
                    <a:pt x="52" y="187"/>
                  </a:cubicBezTo>
                  <a:cubicBezTo>
                    <a:pt x="64" y="191"/>
                    <a:pt x="77" y="189"/>
                    <a:pt x="87" y="187"/>
                  </a:cubicBezTo>
                  <a:cubicBezTo>
                    <a:pt x="98" y="185"/>
                    <a:pt x="113" y="180"/>
                    <a:pt x="122" y="170"/>
                  </a:cubicBezTo>
                  <a:cubicBezTo>
                    <a:pt x="131" y="158"/>
                    <a:pt x="132" y="142"/>
                    <a:pt x="133" y="125"/>
                  </a:cubicBezTo>
                  <a:cubicBezTo>
                    <a:pt x="133" y="84"/>
                    <a:pt x="133" y="42"/>
                    <a:pt x="133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42"/>
                    <a:pt x="135" y="84"/>
                    <a:pt x="135" y="125"/>
                  </a:cubicBezTo>
                  <a:cubicBezTo>
                    <a:pt x="134" y="142"/>
                    <a:pt x="133" y="159"/>
                    <a:pt x="123" y="171"/>
                  </a:cubicBezTo>
                  <a:cubicBezTo>
                    <a:pt x="114" y="182"/>
                    <a:pt x="98" y="187"/>
                    <a:pt x="87" y="189"/>
                  </a:cubicBezTo>
                  <a:cubicBezTo>
                    <a:pt x="81" y="190"/>
                    <a:pt x="75" y="192"/>
                    <a:pt x="67" y="1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017239" y="4003846"/>
              <a:ext cx="323628" cy="530514"/>
            </a:xfrm>
            <a:custGeom>
              <a:avLst/>
              <a:gdLst/>
              <a:ahLst/>
              <a:cxnLst/>
              <a:rect l="l" t="t" r="r" b="b"/>
              <a:pathLst>
                <a:path w="108" h="177" extrusionOk="0">
                  <a:moveTo>
                    <a:pt x="54" y="177"/>
                  </a:moveTo>
                  <a:cubicBezTo>
                    <a:pt x="52" y="177"/>
                    <a:pt x="51" y="176"/>
                    <a:pt x="49" y="176"/>
                  </a:cubicBezTo>
                  <a:cubicBezTo>
                    <a:pt x="34" y="175"/>
                    <a:pt x="20" y="166"/>
                    <a:pt x="14" y="154"/>
                  </a:cubicBezTo>
                  <a:cubicBezTo>
                    <a:pt x="9" y="145"/>
                    <a:pt x="8" y="133"/>
                    <a:pt x="7" y="124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35"/>
                    <a:pt x="0" y="22"/>
                    <a:pt x="2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2" y="22"/>
                    <a:pt x="3" y="35"/>
                    <a:pt x="4" y="48"/>
                  </a:cubicBezTo>
                  <a:cubicBezTo>
                    <a:pt x="9" y="123"/>
                    <a:pt x="9" y="123"/>
                    <a:pt x="9" y="123"/>
                  </a:cubicBezTo>
                  <a:cubicBezTo>
                    <a:pt x="10" y="133"/>
                    <a:pt x="11" y="144"/>
                    <a:pt x="16" y="153"/>
                  </a:cubicBezTo>
                  <a:cubicBezTo>
                    <a:pt x="22" y="165"/>
                    <a:pt x="35" y="173"/>
                    <a:pt x="49" y="174"/>
                  </a:cubicBezTo>
                  <a:cubicBezTo>
                    <a:pt x="62" y="176"/>
                    <a:pt x="76" y="172"/>
                    <a:pt x="88" y="163"/>
                  </a:cubicBezTo>
                  <a:cubicBezTo>
                    <a:pt x="93" y="160"/>
                    <a:pt x="96" y="157"/>
                    <a:pt x="98" y="154"/>
                  </a:cubicBezTo>
                  <a:cubicBezTo>
                    <a:pt x="104" y="145"/>
                    <a:pt x="105" y="134"/>
                    <a:pt x="105" y="123"/>
                  </a:cubicBezTo>
                  <a:cubicBezTo>
                    <a:pt x="106" y="82"/>
                    <a:pt x="105" y="41"/>
                    <a:pt x="101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7" y="41"/>
                    <a:pt x="108" y="82"/>
                    <a:pt x="107" y="123"/>
                  </a:cubicBezTo>
                  <a:cubicBezTo>
                    <a:pt x="107" y="134"/>
                    <a:pt x="106" y="146"/>
                    <a:pt x="100" y="155"/>
                  </a:cubicBezTo>
                  <a:cubicBezTo>
                    <a:pt x="97" y="158"/>
                    <a:pt x="94" y="162"/>
                    <a:pt x="89" y="165"/>
                  </a:cubicBezTo>
                  <a:cubicBezTo>
                    <a:pt x="78" y="172"/>
                    <a:pt x="66" y="177"/>
                    <a:pt x="54" y="1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064527" y="4009757"/>
              <a:ext cx="226096" cy="471403"/>
            </a:xfrm>
            <a:custGeom>
              <a:avLst/>
              <a:gdLst/>
              <a:ahLst/>
              <a:cxnLst/>
              <a:rect l="l" t="t" r="r" b="b"/>
              <a:pathLst>
                <a:path w="75" h="157" extrusionOk="0">
                  <a:moveTo>
                    <a:pt x="43" y="157"/>
                  </a:moveTo>
                  <a:cubicBezTo>
                    <a:pt x="40" y="157"/>
                    <a:pt x="36" y="157"/>
                    <a:pt x="33" y="155"/>
                  </a:cubicBezTo>
                  <a:cubicBezTo>
                    <a:pt x="24" y="152"/>
                    <a:pt x="16" y="145"/>
                    <a:pt x="13" y="136"/>
                  </a:cubicBezTo>
                  <a:cubicBezTo>
                    <a:pt x="11" y="131"/>
                    <a:pt x="10" y="124"/>
                    <a:pt x="10" y="11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2" y="118"/>
                    <a:pt x="12" y="118"/>
                    <a:pt x="12" y="118"/>
                  </a:cubicBezTo>
                  <a:cubicBezTo>
                    <a:pt x="12" y="124"/>
                    <a:pt x="13" y="130"/>
                    <a:pt x="15" y="136"/>
                  </a:cubicBezTo>
                  <a:cubicBezTo>
                    <a:pt x="18" y="144"/>
                    <a:pt x="25" y="151"/>
                    <a:pt x="34" y="154"/>
                  </a:cubicBezTo>
                  <a:cubicBezTo>
                    <a:pt x="42" y="156"/>
                    <a:pt x="52" y="155"/>
                    <a:pt x="60" y="150"/>
                  </a:cubicBezTo>
                  <a:cubicBezTo>
                    <a:pt x="64" y="147"/>
                    <a:pt x="68" y="144"/>
                    <a:pt x="70" y="139"/>
                  </a:cubicBezTo>
                  <a:cubicBezTo>
                    <a:pt x="72" y="134"/>
                    <a:pt x="72" y="128"/>
                    <a:pt x="72" y="123"/>
                  </a:cubicBezTo>
                  <a:cubicBezTo>
                    <a:pt x="73" y="104"/>
                    <a:pt x="73" y="104"/>
                    <a:pt x="73" y="104"/>
                  </a:cubicBezTo>
                  <a:cubicBezTo>
                    <a:pt x="73" y="95"/>
                    <a:pt x="73" y="85"/>
                    <a:pt x="73" y="76"/>
                  </a:cubicBezTo>
                  <a:cubicBezTo>
                    <a:pt x="73" y="51"/>
                    <a:pt x="70" y="25"/>
                    <a:pt x="67" y="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2" y="25"/>
                    <a:pt x="75" y="51"/>
                    <a:pt x="75" y="76"/>
                  </a:cubicBezTo>
                  <a:cubicBezTo>
                    <a:pt x="75" y="85"/>
                    <a:pt x="75" y="95"/>
                    <a:pt x="75" y="104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4" y="129"/>
                    <a:pt x="74" y="135"/>
                    <a:pt x="71" y="140"/>
                  </a:cubicBezTo>
                  <a:cubicBezTo>
                    <a:pt x="69" y="145"/>
                    <a:pt x="66" y="149"/>
                    <a:pt x="61" y="152"/>
                  </a:cubicBezTo>
                  <a:cubicBezTo>
                    <a:pt x="56" y="155"/>
                    <a:pt x="49" y="157"/>
                    <a:pt x="43" y="1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104427" y="4033402"/>
              <a:ext cx="152209" cy="396038"/>
            </a:xfrm>
            <a:custGeom>
              <a:avLst/>
              <a:gdLst/>
              <a:ahLst/>
              <a:cxnLst/>
              <a:rect l="l" t="t" r="r" b="b"/>
              <a:pathLst>
                <a:path w="51" h="132" extrusionOk="0">
                  <a:moveTo>
                    <a:pt x="31" y="132"/>
                  </a:moveTo>
                  <a:cubicBezTo>
                    <a:pt x="29" y="132"/>
                    <a:pt x="28" y="132"/>
                    <a:pt x="26" y="132"/>
                  </a:cubicBezTo>
                  <a:cubicBezTo>
                    <a:pt x="18" y="130"/>
                    <a:pt x="11" y="124"/>
                    <a:pt x="8" y="115"/>
                  </a:cubicBezTo>
                  <a:cubicBezTo>
                    <a:pt x="6" y="109"/>
                    <a:pt x="5" y="104"/>
                    <a:pt x="5" y="98"/>
                  </a:cubicBezTo>
                  <a:cubicBezTo>
                    <a:pt x="1" y="67"/>
                    <a:pt x="0" y="35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5"/>
                    <a:pt x="3" y="67"/>
                    <a:pt x="7" y="98"/>
                  </a:cubicBezTo>
                  <a:cubicBezTo>
                    <a:pt x="7" y="104"/>
                    <a:pt x="8" y="109"/>
                    <a:pt x="10" y="114"/>
                  </a:cubicBezTo>
                  <a:cubicBezTo>
                    <a:pt x="13" y="122"/>
                    <a:pt x="19" y="128"/>
                    <a:pt x="27" y="130"/>
                  </a:cubicBezTo>
                  <a:cubicBezTo>
                    <a:pt x="35" y="132"/>
                    <a:pt x="44" y="127"/>
                    <a:pt x="47" y="120"/>
                  </a:cubicBezTo>
                  <a:cubicBezTo>
                    <a:pt x="47" y="117"/>
                    <a:pt x="48" y="114"/>
                    <a:pt x="48" y="112"/>
                  </a:cubicBezTo>
                  <a:cubicBezTo>
                    <a:pt x="49" y="75"/>
                    <a:pt x="48" y="37"/>
                    <a:pt x="44" y="1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0" y="37"/>
                    <a:pt x="51" y="75"/>
                    <a:pt x="50" y="112"/>
                  </a:cubicBezTo>
                  <a:cubicBezTo>
                    <a:pt x="50" y="114"/>
                    <a:pt x="49" y="118"/>
                    <a:pt x="48" y="121"/>
                  </a:cubicBezTo>
                  <a:cubicBezTo>
                    <a:pt x="46" y="128"/>
                    <a:pt x="39" y="132"/>
                    <a:pt x="31" y="1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39893" y="4021580"/>
              <a:ext cx="87187" cy="360572"/>
            </a:xfrm>
            <a:custGeom>
              <a:avLst/>
              <a:gdLst/>
              <a:ahLst/>
              <a:cxnLst/>
              <a:rect l="l" t="t" r="r" b="b"/>
              <a:pathLst>
                <a:path w="29" h="120" extrusionOk="0">
                  <a:moveTo>
                    <a:pt x="19" y="120"/>
                  </a:moveTo>
                  <a:cubicBezTo>
                    <a:pt x="18" y="120"/>
                    <a:pt x="17" y="120"/>
                    <a:pt x="17" y="119"/>
                  </a:cubicBezTo>
                  <a:cubicBezTo>
                    <a:pt x="13" y="119"/>
                    <a:pt x="10" y="117"/>
                    <a:pt x="8" y="113"/>
                  </a:cubicBezTo>
                  <a:cubicBezTo>
                    <a:pt x="4" y="108"/>
                    <a:pt x="4" y="102"/>
                    <a:pt x="3" y="96"/>
                  </a:cubicBezTo>
                  <a:cubicBezTo>
                    <a:pt x="2" y="66"/>
                    <a:pt x="0" y="36"/>
                    <a:pt x="0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36"/>
                    <a:pt x="4" y="66"/>
                    <a:pt x="5" y="96"/>
                  </a:cubicBezTo>
                  <a:cubicBezTo>
                    <a:pt x="6" y="101"/>
                    <a:pt x="6" y="108"/>
                    <a:pt x="9" y="112"/>
                  </a:cubicBezTo>
                  <a:cubicBezTo>
                    <a:pt x="11" y="115"/>
                    <a:pt x="14" y="117"/>
                    <a:pt x="17" y="117"/>
                  </a:cubicBezTo>
                  <a:cubicBezTo>
                    <a:pt x="19" y="118"/>
                    <a:pt x="21" y="118"/>
                    <a:pt x="23" y="116"/>
                  </a:cubicBezTo>
                  <a:cubicBezTo>
                    <a:pt x="27" y="113"/>
                    <a:pt x="27" y="107"/>
                    <a:pt x="27" y="10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29" y="107"/>
                    <a:pt x="29" y="114"/>
                    <a:pt x="24" y="118"/>
                  </a:cubicBezTo>
                  <a:cubicBezTo>
                    <a:pt x="23" y="119"/>
                    <a:pt x="21" y="120"/>
                    <a:pt x="19" y="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8817825" y="2571750"/>
            <a:ext cx="326100" cy="256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454724" y="-838522"/>
            <a:ext cx="3254025" cy="1670575"/>
          </a:xfrm>
          <a:custGeom>
            <a:avLst/>
            <a:gdLst/>
            <a:ahLst/>
            <a:cxnLst/>
            <a:rect l="l" t="t" r="r" b="b"/>
            <a:pathLst>
              <a:path w="846" h="434" extrusionOk="0">
                <a:moveTo>
                  <a:pt x="486" y="434"/>
                </a:moveTo>
                <a:cubicBezTo>
                  <a:pt x="477" y="434"/>
                  <a:pt x="469" y="433"/>
                  <a:pt x="461" y="433"/>
                </a:cubicBezTo>
                <a:cubicBezTo>
                  <a:pt x="422" y="431"/>
                  <a:pt x="382" y="427"/>
                  <a:pt x="343" y="421"/>
                </a:cubicBezTo>
                <a:cubicBezTo>
                  <a:pt x="323" y="418"/>
                  <a:pt x="303" y="414"/>
                  <a:pt x="287" y="404"/>
                </a:cubicBezTo>
                <a:cubicBezTo>
                  <a:pt x="265" y="390"/>
                  <a:pt x="251" y="367"/>
                  <a:pt x="239" y="346"/>
                </a:cubicBezTo>
                <a:cubicBezTo>
                  <a:pt x="76" y="63"/>
                  <a:pt x="76" y="63"/>
                  <a:pt x="76" y="63"/>
                </a:cubicBezTo>
                <a:cubicBezTo>
                  <a:pt x="68" y="49"/>
                  <a:pt x="59" y="33"/>
                  <a:pt x="46" y="22"/>
                </a:cubicBezTo>
                <a:cubicBezTo>
                  <a:pt x="33" y="9"/>
                  <a:pt x="15" y="2"/>
                  <a:pt x="0" y="5"/>
                </a:cubicBezTo>
                <a:cubicBezTo>
                  <a:pt x="0" y="3"/>
                  <a:pt x="0" y="3"/>
                  <a:pt x="0" y="3"/>
                </a:cubicBezTo>
                <a:cubicBezTo>
                  <a:pt x="16" y="0"/>
                  <a:pt x="34" y="7"/>
                  <a:pt x="48" y="20"/>
                </a:cubicBezTo>
                <a:cubicBezTo>
                  <a:pt x="61" y="32"/>
                  <a:pt x="70" y="47"/>
                  <a:pt x="78" y="62"/>
                </a:cubicBezTo>
                <a:cubicBezTo>
                  <a:pt x="241" y="345"/>
                  <a:pt x="241" y="345"/>
                  <a:pt x="241" y="345"/>
                </a:cubicBezTo>
                <a:cubicBezTo>
                  <a:pt x="253" y="366"/>
                  <a:pt x="266" y="389"/>
                  <a:pt x="288" y="402"/>
                </a:cubicBezTo>
                <a:cubicBezTo>
                  <a:pt x="304" y="412"/>
                  <a:pt x="323" y="416"/>
                  <a:pt x="343" y="419"/>
                </a:cubicBezTo>
                <a:cubicBezTo>
                  <a:pt x="382" y="425"/>
                  <a:pt x="422" y="429"/>
                  <a:pt x="461" y="431"/>
                </a:cubicBezTo>
                <a:cubicBezTo>
                  <a:pt x="478" y="432"/>
                  <a:pt x="497" y="432"/>
                  <a:pt x="515" y="430"/>
                </a:cubicBezTo>
                <a:cubicBezTo>
                  <a:pt x="528" y="427"/>
                  <a:pt x="541" y="423"/>
                  <a:pt x="554" y="419"/>
                </a:cubicBezTo>
                <a:cubicBezTo>
                  <a:pt x="654" y="388"/>
                  <a:pt x="751" y="344"/>
                  <a:pt x="846" y="303"/>
                </a:cubicBezTo>
                <a:cubicBezTo>
                  <a:pt x="846" y="305"/>
                  <a:pt x="846" y="305"/>
                  <a:pt x="846" y="305"/>
                </a:cubicBezTo>
                <a:cubicBezTo>
                  <a:pt x="752" y="346"/>
                  <a:pt x="654" y="390"/>
                  <a:pt x="554" y="421"/>
                </a:cubicBezTo>
                <a:cubicBezTo>
                  <a:pt x="542" y="425"/>
                  <a:pt x="528" y="429"/>
                  <a:pt x="515" y="432"/>
                </a:cubicBezTo>
                <a:cubicBezTo>
                  <a:pt x="505" y="433"/>
                  <a:pt x="495" y="434"/>
                  <a:pt x="486" y="43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 flipH="1">
            <a:off x="5217100" y="2545200"/>
            <a:ext cx="3211800" cy="108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6" name="Google Shape;26;p3"/>
          <p:cNvSpPr txBox="1"/>
          <p:nvPr>
            <p:ph type="title" idx="2" hasCustomPrompt="1"/>
          </p:nvPr>
        </p:nvSpPr>
        <p:spPr>
          <a:xfrm flipH="1">
            <a:off x="7200025" y="1517395"/>
            <a:ext cx="1089900" cy="1027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/>
          <p:nvPr>
            <p:ph type="pic" idx="3"/>
          </p:nvPr>
        </p:nvSpPr>
        <p:spPr>
          <a:xfrm>
            <a:off x="715100" y="535000"/>
            <a:ext cx="3145200" cy="407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-435890" y="-292759"/>
            <a:ext cx="9902210" cy="5969493"/>
            <a:chOff x="-435890" y="-292759"/>
            <a:chExt cx="9902210" cy="5969493"/>
          </a:xfrm>
        </p:grpSpPr>
        <p:grpSp>
          <p:nvGrpSpPr>
            <p:cNvPr id="30" name="Google Shape;30;p4"/>
            <p:cNvGrpSpPr/>
            <p:nvPr/>
          </p:nvGrpSpPr>
          <p:grpSpPr>
            <a:xfrm rot="10800000" flipH="1">
              <a:off x="-435890" y="-292759"/>
              <a:ext cx="1150979" cy="827754"/>
              <a:chOff x="7418590" y="3791050"/>
              <a:chExt cx="599968" cy="431504"/>
            </a:xfrm>
          </p:grpSpPr>
          <p:sp>
            <p:nvSpPr>
              <p:cNvPr id="31" name="Google Shape;31;p4"/>
              <p:cNvSpPr/>
              <p:nvPr/>
            </p:nvSpPr>
            <p:spPr>
              <a:xfrm>
                <a:off x="7418590" y="3794005"/>
                <a:ext cx="17733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6" h="140" extrusionOk="0">
                    <a:moveTo>
                      <a:pt x="6" y="140"/>
                    </a:moveTo>
                    <a:cubicBezTo>
                      <a:pt x="4" y="140"/>
                      <a:pt x="4" y="140"/>
                      <a:pt x="4" y="140"/>
                    </a:cubicBezTo>
                    <a:cubicBezTo>
                      <a:pt x="4" y="93"/>
                      <a:pt x="3" y="47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5" y="47"/>
                      <a:pt x="6" y="93"/>
                      <a:pt x="6" y="1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7445189" y="3796961"/>
                <a:ext cx="17733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6" h="141" extrusionOk="0">
                    <a:moveTo>
                      <a:pt x="3" y="141"/>
                    </a:moveTo>
                    <a:cubicBezTo>
                      <a:pt x="2" y="123"/>
                      <a:pt x="3" y="105"/>
                      <a:pt x="3" y="87"/>
                    </a:cubicBezTo>
                    <a:cubicBezTo>
                      <a:pt x="4" y="67"/>
                      <a:pt x="4" y="46"/>
                      <a:pt x="2" y="26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16"/>
                      <a:pt x="0" y="8"/>
                      <a:pt x="2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2" y="8"/>
                      <a:pt x="3" y="16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6" y="46"/>
                      <a:pt x="6" y="67"/>
                      <a:pt x="5" y="87"/>
                    </a:cubicBezTo>
                    <a:cubicBezTo>
                      <a:pt x="5" y="105"/>
                      <a:pt x="4" y="123"/>
                      <a:pt x="5" y="140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7486566" y="3794005"/>
                <a:ext cx="20689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7" h="141" extrusionOk="0">
                    <a:moveTo>
                      <a:pt x="1" y="141"/>
                    </a:moveTo>
                    <a:cubicBezTo>
                      <a:pt x="0" y="120"/>
                      <a:pt x="1" y="100"/>
                      <a:pt x="2" y="80"/>
                    </a:cubicBezTo>
                    <a:cubicBezTo>
                      <a:pt x="3" y="54"/>
                      <a:pt x="5" y="27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27"/>
                      <a:pt x="5" y="54"/>
                      <a:pt x="4" y="80"/>
                    </a:cubicBezTo>
                    <a:cubicBezTo>
                      <a:pt x="3" y="100"/>
                      <a:pt x="2" y="120"/>
                      <a:pt x="3" y="141"/>
                    </a:cubicBezTo>
                    <a:lnTo>
                      <a:pt x="1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7535332" y="3791050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1" y="95"/>
                      <a:pt x="2" y="47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47"/>
                      <a:pt x="3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7567843" y="3791050"/>
                <a:ext cx="26600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9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5" y="95"/>
                      <a:pt x="7" y="47"/>
                      <a:pt x="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9" y="47"/>
                      <a:pt x="7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7597398" y="3794005"/>
                <a:ext cx="19211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6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0" y="95"/>
                      <a:pt x="2" y="47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7"/>
                      <a:pt x="2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7643208" y="3794005"/>
                <a:ext cx="29555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2" extrusionOk="0">
                    <a:moveTo>
                      <a:pt x="5" y="142"/>
                    </a:moveTo>
                    <a:cubicBezTo>
                      <a:pt x="0" y="123"/>
                      <a:pt x="3" y="104"/>
                      <a:pt x="5" y="85"/>
                    </a:cubicBezTo>
                    <a:cubicBezTo>
                      <a:pt x="7" y="72"/>
                      <a:pt x="8" y="59"/>
                      <a:pt x="8" y="47"/>
                    </a:cubicBezTo>
                    <a:cubicBezTo>
                      <a:pt x="8" y="39"/>
                      <a:pt x="7" y="31"/>
                      <a:pt x="6" y="23"/>
                    </a:cubicBezTo>
                    <a:cubicBezTo>
                      <a:pt x="5" y="16"/>
                      <a:pt x="4" y="8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8"/>
                      <a:pt x="7" y="16"/>
                      <a:pt x="8" y="23"/>
                    </a:cubicBezTo>
                    <a:cubicBezTo>
                      <a:pt x="9" y="31"/>
                      <a:pt x="10" y="39"/>
                      <a:pt x="10" y="47"/>
                    </a:cubicBezTo>
                    <a:cubicBezTo>
                      <a:pt x="10" y="59"/>
                      <a:pt x="9" y="72"/>
                      <a:pt x="7" y="85"/>
                    </a:cubicBezTo>
                    <a:cubicBezTo>
                      <a:pt x="5" y="104"/>
                      <a:pt x="2" y="123"/>
                      <a:pt x="7" y="142"/>
                    </a:cubicBezTo>
                    <a:lnTo>
                      <a:pt x="5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768458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0" y="142"/>
                    </a:moveTo>
                    <a:cubicBezTo>
                      <a:pt x="0" y="95"/>
                      <a:pt x="1" y="47"/>
                      <a:pt x="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47"/>
                      <a:pt x="2" y="95"/>
                      <a:pt x="2" y="142"/>
                    </a:cubicBezTo>
                    <a:lnTo>
                      <a:pt x="0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7727440" y="3794005"/>
                <a:ext cx="11822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4" h="141" extrusionOk="0">
                    <a:moveTo>
                      <a:pt x="3" y="141"/>
                    </a:moveTo>
                    <a:cubicBezTo>
                      <a:pt x="1" y="141"/>
                      <a:pt x="1" y="141"/>
                      <a:pt x="1" y="141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2" y="38"/>
                      <a:pt x="2" y="19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19"/>
                      <a:pt x="4" y="38"/>
                      <a:pt x="4" y="57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775699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3" y="142"/>
                    </a:moveTo>
                    <a:cubicBezTo>
                      <a:pt x="1" y="142"/>
                      <a:pt x="1" y="142"/>
                      <a:pt x="1" y="142"/>
                    </a:cubicBezTo>
                    <a:cubicBezTo>
                      <a:pt x="2" y="95"/>
                      <a:pt x="2" y="47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47"/>
                      <a:pt x="4" y="95"/>
                      <a:pt x="3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7795417" y="3794005"/>
                <a:ext cx="13300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9" h="284" extrusionOk="0">
                    <a:moveTo>
                      <a:pt x="4" y="284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9" y="284"/>
                    </a:lnTo>
                    <a:lnTo>
                      <a:pt x="4" y="2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7829405" y="3794005"/>
                <a:ext cx="29555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1" extrusionOk="0">
                    <a:moveTo>
                      <a:pt x="3" y="141"/>
                    </a:moveTo>
                    <a:cubicBezTo>
                      <a:pt x="0" y="94"/>
                      <a:pt x="2" y="47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47"/>
                      <a:pt x="2" y="94"/>
                      <a:pt x="5" y="141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7856005" y="3799916"/>
                <a:ext cx="20689" cy="416727"/>
              </a:xfrm>
              <a:custGeom>
                <a:avLst/>
                <a:gdLst/>
                <a:ahLst/>
                <a:cxnLst/>
                <a:rect l="l" t="t" r="r" b="b"/>
                <a:pathLst>
                  <a:path w="7" h="139" extrusionOk="0">
                    <a:moveTo>
                      <a:pt x="2" y="139"/>
                    </a:moveTo>
                    <a:cubicBezTo>
                      <a:pt x="0" y="139"/>
                      <a:pt x="0" y="139"/>
                      <a:pt x="0" y="139"/>
                    </a:cubicBezTo>
                    <a:cubicBezTo>
                      <a:pt x="1" y="93"/>
                      <a:pt x="2" y="46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46"/>
                      <a:pt x="3" y="93"/>
                      <a:pt x="2" y="1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7904771" y="3796961"/>
                <a:ext cx="14778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5" h="141" extrusionOk="0">
                    <a:moveTo>
                      <a:pt x="2" y="141"/>
                    </a:moveTo>
                    <a:cubicBezTo>
                      <a:pt x="0" y="141"/>
                      <a:pt x="0" y="141"/>
                      <a:pt x="0" y="141"/>
                    </a:cubicBezTo>
                    <a:cubicBezTo>
                      <a:pt x="2" y="94"/>
                      <a:pt x="3" y="47"/>
                      <a:pt x="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47"/>
                      <a:pt x="4" y="94"/>
                      <a:pt x="2" y="1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7946148" y="3796961"/>
                <a:ext cx="32511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11" h="140" extrusionOk="0">
                    <a:moveTo>
                      <a:pt x="9" y="140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21"/>
                      <a:pt x="3" y="16"/>
                      <a:pt x="2" y="10"/>
                    </a:cubicBezTo>
                    <a:cubicBezTo>
                      <a:pt x="1" y="10"/>
                      <a:pt x="1" y="9"/>
                      <a:pt x="1" y="8"/>
                    </a:cubicBezTo>
                    <a:cubicBezTo>
                      <a:pt x="0" y="6"/>
                      <a:pt x="0" y="3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5"/>
                      <a:pt x="3" y="8"/>
                    </a:cubicBezTo>
                    <a:cubicBezTo>
                      <a:pt x="3" y="9"/>
                      <a:pt x="3" y="9"/>
                      <a:pt x="3" y="10"/>
                    </a:cubicBezTo>
                    <a:cubicBezTo>
                      <a:pt x="5" y="15"/>
                      <a:pt x="5" y="21"/>
                      <a:pt x="5" y="27"/>
                    </a:cubicBezTo>
                    <a:cubicBezTo>
                      <a:pt x="11" y="140"/>
                      <a:pt x="11" y="140"/>
                      <a:pt x="11" y="140"/>
                    </a:cubicBezTo>
                    <a:lnTo>
                      <a:pt x="9" y="14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8006736" y="3796961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19"/>
                      <a:pt x="1" y="94"/>
                      <a:pt x="1" y="71"/>
                    </a:cubicBezTo>
                    <a:cubicBezTo>
                      <a:pt x="2" y="48"/>
                      <a:pt x="2" y="24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24"/>
                      <a:pt x="4" y="48"/>
                      <a:pt x="3" y="71"/>
                    </a:cubicBezTo>
                    <a:cubicBezTo>
                      <a:pt x="3" y="94"/>
                      <a:pt x="2" y="118"/>
                      <a:pt x="4" y="142"/>
                    </a:cubicBezTo>
                    <a:lnTo>
                      <a:pt x="2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47" name="Google Shape;47;p4"/>
            <p:cNvGrpSpPr/>
            <p:nvPr/>
          </p:nvGrpSpPr>
          <p:grpSpPr>
            <a:xfrm rot="10800000" flipH="1">
              <a:off x="8428899" y="4575438"/>
              <a:ext cx="1037421" cy="1101296"/>
              <a:chOff x="4839909" y="3994980"/>
              <a:chExt cx="696022" cy="738877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4839909" y="3994980"/>
                <a:ext cx="696022" cy="738877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46" extrusionOk="0">
                    <a:moveTo>
                      <a:pt x="106" y="246"/>
                    </a:moveTo>
                    <a:cubicBezTo>
                      <a:pt x="91" y="246"/>
                      <a:pt x="80" y="244"/>
                      <a:pt x="70" y="239"/>
                    </a:cubicBezTo>
                    <a:cubicBezTo>
                      <a:pt x="62" y="235"/>
                      <a:pt x="55" y="229"/>
                      <a:pt x="48" y="222"/>
                    </a:cubicBezTo>
                    <a:cubicBezTo>
                      <a:pt x="32" y="208"/>
                      <a:pt x="15" y="192"/>
                      <a:pt x="8" y="170"/>
                    </a:cubicBezTo>
                    <a:cubicBezTo>
                      <a:pt x="3" y="155"/>
                      <a:pt x="3" y="139"/>
                      <a:pt x="4" y="123"/>
                    </a:cubicBezTo>
                    <a:cubicBezTo>
                      <a:pt x="4" y="122"/>
                      <a:pt x="4" y="122"/>
                      <a:pt x="4" y="122"/>
                    </a:cubicBezTo>
                    <a:cubicBezTo>
                      <a:pt x="5" y="76"/>
                      <a:pt x="4" y="42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6" y="42"/>
                      <a:pt x="7" y="76"/>
                      <a:pt x="6" y="122"/>
                    </a:cubicBezTo>
                    <a:cubicBezTo>
                      <a:pt x="6" y="123"/>
                      <a:pt x="6" y="123"/>
                      <a:pt x="6" y="123"/>
                    </a:cubicBezTo>
                    <a:cubicBezTo>
                      <a:pt x="5" y="139"/>
                      <a:pt x="5" y="155"/>
                      <a:pt x="10" y="170"/>
                    </a:cubicBezTo>
                    <a:cubicBezTo>
                      <a:pt x="17" y="191"/>
                      <a:pt x="34" y="207"/>
                      <a:pt x="49" y="221"/>
                    </a:cubicBezTo>
                    <a:cubicBezTo>
                      <a:pt x="56" y="227"/>
                      <a:pt x="63" y="233"/>
                      <a:pt x="71" y="238"/>
                    </a:cubicBezTo>
                    <a:cubicBezTo>
                      <a:pt x="81" y="242"/>
                      <a:pt x="92" y="244"/>
                      <a:pt x="107" y="244"/>
                    </a:cubicBezTo>
                    <a:cubicBezTo>
                      <a:pt x="129" y="244"/>
                      <a:pt x="150" y="240"/>
                      <a:pt x="168" y="231"/>
                    </a:cubicBezTo>
                    <a:cubicBezTo>
                      <a:pt x="187" y="221"/>
                      <a:pt x="203" y="206"/>
                      <a:pt x="212" y="188"/>
                    </a:cubicBezTo>
                    <a:cubicBezTo>
                      <a:pt x="222" y="171"/>
                      <a:pt x="224" y="150"/>
                      <a:pt x="226" y="131"/>
                    </a:cubicBezTo>
                    <a:cubicBezTo>
                      <a:pt x="230" y="88"/>
                      <a:pt x="229" y="43"/>
                      <a:pt x="228" y="0"/>
                    </a:cubicBezTo>
                    <a:cubicBezTo>
                      <a:pt x="230" y="0"/>
                      <a:pt x="230" y="0"/>
                      <a:pt x="230" y="0"/>
                    </a:cubicBezTo>
                    <a:cubicBezTo>
                      <a:pt x="231" y="43"/>
                      <a:pt x="232" y="88"/>
                      <a:pt x="228" y="131"/>
                    </a:cubicBezTo>
                    <a:cubicBezTo>
                      <a:pt x="226" y="151"/>
                      <a:pt x="224" y="171"/>
                      <a:pt x="214" y="189"/>
                    </a:cubicBezTo>
                    <a:cubicBezTo>
                      <a:pt x="205" y="207"/>
                      <a:pt x="189" y="223"/>
                      <a:pt x="169" y="233"/>
                    </a:cubicBezTo>
                    <a:cubicBezTo>
                      <a:pt x="151" y="242"/>
                      <a:pt x="129" y="246"/>
                      <a:pt x="107" y="246"/>
                    </a:cubicBezTo>
                    <a:cubicBezTo>
                      <a:pt x="107" y="246"/>
                      <a:pt x="106" y="246"/>
                      <a:pt x="106" y="2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4875375" y="4006802"/>
                <a:ext cx="616223" cy="678289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6" extrusionOk="0">
                    <a:moveTo>
                      <a:pt x="90" y="226"/>
                    </a:moveTo>
                    <a:cubicBezTo>
                      <a:pt x="85" y="226"/>
                      <a:pt x="80" y="225"/>
                      <a:pt x="76" y="223"/>
                    </a:cubicBezTo>
                    <a:cubicBezTo>
                      <a:pt x="71" y="222"/>
                      <a:pt x="66" y="219"/>
                      <a:pt x="61" y="216"/>
                    </a:cubicBezTo>
                    <a:cubicBezTo>
                      <a:pt x="49" y="209"/>
                      <a:pt x="36" y="202"/>
                      <a:pt x="26" y="191"/>
                    </a:cubicBezTo>
                    <a:cubicBezTo>
                      <a:pt x="17" y="181"/>
                      <a:pt x="11" y="168"/>
                      <a:pt x="8" y="152"/>
                    </a:cubicBezTo>
                    <a:cubicBezTo>
                      <a:pt x="5" y="138"/>
                      <a:pt x="4" y="123"/>
                      <a:pt x="4" y="10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6" y="109"/>
                      <a:pt x="6" y="109"/>
                      <a:pt x="6" y="109"/>
                    </a:cubicBezTo>
                    <a:cubicBezTo>
                      <a:pt x="6" y="123"/>
                      <a:pt x="7" y="138"/>
                      <a:pt x="10" y="152"/>
                    </a:cubicBezTo>
                    <a:cubicBezTo>
                      <a:pt x="13" y="167"/>
                      <a:pt x="19" y="180"/>
                      <a:pt x="28" y="190"/>
                    </a:cubicBezTo>
                    <a:cubicBezTo>
                      <a:pt x="37" y="201"/>
                      <a:pt x="50" y="208"/>
                      <a:pt x="62" y="215"/>
                    </a:cubicBezTo>
                    <a:cubicBezTo>
                      <a:pt x="67" y="217"/>
                      <a:pt x="72" y="220"/>
                      <a:pt x="77" y="222"/>
                    </a:cubicBezTo>
                    <a:cubicBezTo>
                      <a:pt x="86" y="224"/>
                      <a:pt x="96" y="224"/>
                      <a:pt x="108" y="221"/>
                    </a:cubicBezTo>
                    <a:cubicBezTo>
                      <a:pt x="118" y="218"/>
                      <a:pt x="127" y="213"/>
                      <a:pt x="137" y="208"/>
                    </a:cubicBezTo>
                    <a:cubicBezTo>
                      <a:pt x="162" y="196"/>
                      <a:pt x="162" y="196"/>
                      <a:pt x="162" y="196"/>
                    </a:cubicBezTo>
                    <a:cubicBezTo>
                      <a:pt x="169" y="192"/>
                      <a:pt x="178" y="187"/>
                      <a:pt x="184" y="180"/>
                    </a:cubicBezTo>
                    <a:cubicBezTo>
                      <a:pt x="190" y="172"/>
                      <a:pt x="192" y="162"/>
                      <a:pt x="194" y="153"/>
                    </a:cubicBezTo>
                    <a:cubicBezTo>
                      <a:pt x="201" y="115"/>
                      <a:pt x="203" y="75"/>
                      <a:pt x="199" y="37"/>
                    </a:cubicBezTo>
                    <a:cubicBezTo>
                      <a:pt x="199" y="35"/>
                      <a:pt x="199" y="33"/>
                      <a:pt x="198" y="31"/>
                    </a:cubicBezTo>
                    <a:cubicBezTo>
                      <a:pt x="197" y="21"/>
                      <a:pt x="196" y="10"/>
                      <a:pt x="197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8" y="10"/>
                      <a:pt x="199" y="21"/>
                      <a:pt x="200" y="31"/>
                    </a:cubicBezTo>
                    <a:cubicBezTo>
                      <a:pt x="201" y="33"/>
                      <a:pt x="201" y="35"/>
                      <a:pt x="201" y="36"/>
                    </a:cubicBezTo>
                    <a:cubicBezTo>
                      <a:pt x="205" y="75"/>
                      <a:pt x="203" y="115"/>
                      <a:pt x="196" y="153"/>
                    </a:cubicBezTo>
                    <a:cubicBezTo>
                      <a:pt x="194" y="163"/>
                      <a:pt x="192" y="173"/>
                      <a:pt x="185" y="181"/>
                    </a:cubicBezTo>
                    <a:cubicBezTo>
                      <a:pt x="179" y="189"/>
                      <a:pt x="170" y="193"/>
                      <a:pt x="162" y="197"/>
                    </a:cubicBezTo>
                    <a:cubicBezTo>
                      <a:pt x="138" y="210"/>
                      <a:pt x="138" y="210"/>
                      <a:pt x="138" y="210"/>
                    </a:cubicBezTo>
                    <a:cubicBezTo>
                      <a:pt x="128" y="215"/>
                      <a:pt x="119" y="220"/>
                      <a:pt x="108" y="223"/>
                    </a:cubicBezTo>
                    <a:cubicBezTo>
                      <a:pt x="102" y="225"/>
                      <a:pt x="96" y="226"/>
                      <a:pt x="90" y="22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921185" y="4003846"/>
                <a:ext cx="509825" cy="617701"/>
              </a:xfrm>
              <a:custGeom>
                <a:avLst/>
                <a:gdLst/>
                <a:ahLst/>
                <a:cxnLst/>
                <a:rect l="l" t="t" r="r" b="b"/>
                <a:pathLst>
                  <a:path w="170" h="206" extrusionOk="0">
                    <a:moveTo>
                      <a:pt x="83" y="206"/>
                    </a:moveTo>
                    <a:cubicBezTo>
                      <a:pt x="79" y="206"/>
                      <a:pt x="75" y="206"/>
                      <a:pt x="71" y="205"/>
                    </a:cubicBezTo>
                    <a:cubicBezTo>
                      <a:pt x="53" y="203"/>
                      <a:pt x="36" y="194"/>
                      <a:pt x="25" y="182"/>
                    </a:cubicBezTo>
                    <a:cubicBezTo>
                      <a:pt x="10" y="164"/>
                      <a:pt x="6" y="138"/>
                      <a:pt x="4" y="114"/>
                    </a:cubicBezTo>
                    <a:cubicBezTo>
                      <a:pt x="1" y="79"/>
                      <a:pt x="1" y="43"/>
                      <a:pt x="0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3" y="43"/>
                      <a:pt x="3" y="79"/>
                      <a:pt x="6" y="114"/>
                    </a:cubicBezTo>
                    <a:cubicBezTo>
                      <a:pt x="8" y="138"/>
                      <a:pt x="12" y="163"/>
                      <a:pt x="27" y="180"/>
                    </a:cubicBezTo>
                    <a:cubicBezTo>
                      <a:pt x="38" y="193"/>
                      <a:pt x="54" y="201"/>
                      <a:pt x="72" y="203"/>
                    </a:cubicBezTo>
                    <a:cubicBezTo>
                      <a:pt x="87" y="206"/>
                      <a:pt x="105" y="203"/>
                      <a:pt x="122" y="197"/>
                    </a:cubicBezTo>
                    <a:cubicBezTo>
                      <a:pt x="135" y="192"/>
                      <a:pt x="144" y="186"/>
                      <a:pt x="150" y="179"/>
                    </a:cubicBezTo>
                    <a:cubicBezTo>
                      <a:pt x="161" y="166"/>
                      <a:pt x="163" y="148"/>
                      <a:pt x="165" y="130"/>
                    </a:cubicBezTo>
                    <a:cubicBezTo>
                      <a:pt x="168" y="87"/>
                      <a:pt x="168" y="43"/>
                      <a:pt x="165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70" y="43"/>
                      <a:pt x="170" y="87"/>
                      <a:pt x="167" y="130"/>
                    </a:cubicBezTo>
                    <a:cubicBezTo>
                      <a:pt x="165" y="148"/>
                      <a:pt x="163" y="167"/>
                      <a:pt x="152" y="180"/>
                    </a:cubicBezTo>
                    <a:cubicBezTo>
                      <a:pt x="145" y="188"/>
                      <a:pt x="136" y="194"/>
                      <a:pt x="123" y="199"/>
                    </a:cubicBezTo>
                    <a:cubicBezTo>
                      <a:pt x="110" y="204"/>
                      <a:pt x="96" y="206"/>
                      <a:pt x="83" y="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4968473" y="4003846"/>
                <a:ext cx="406382" cy="57632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92" extrusionOk="0">
                    <a:moveTo>
                      <a:pt x="67" y="192"/>
                    </a:moveTo>
                    <a:cubicBezTo>
                      <a:pt x="62" y="192"/>
                      <a:pt x="57" y="191"/>
                      <a:pt x="52" y="189"/>
                    </a:cubicBezTo>
                    <a:cubicBezTo>
                      <a:pt x="47" y="188"/>
                      <a:pt x="41" y="185"/>
                      <a:pt x="35" y="180"/>
                    </a:cubicBezTo>
                    <a:cubicBezTo>
                      <a:pt x="26" y="174"/>
                      <a:pt x="19" y="166"/>
                      <a:pt x="15" y="158"/>
                    </a:cubicBezTo>
                    <a:cubicBezTo>
                      <a:pt x="7" y="145"/>
                      <a:pt x="5" y="129"/>
                      <a:pt x="4" y="113"/>
                    </a:cubicBezTo>
                    <a:cubicBezTo>
                      <a:pt x="1" y="79"/>
                      <a:pt x="0" y="44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44"/>
                      <a:pt x="3" y="79"/>
                      <a:pt x="6" y="113"/>
                    </a:cubicBezTo>
                    <a:cubicBezTo>
                      <a:pt x="7" y="129"/>
                      <a:pt x="9" y="144"/>
                      <a:pt x="17" y="157"/>
                    </a:cubicBezTo>
                    <a:cubicBezTo>
                      <a:pt x="21" y="165"/>
                      <a:pt x="28" y="172"/>
                      <a:pt x="37" y="179"/>
                    </a:cubicBezTo>
                    <a:cubicBezTo>
                      <a:pt x="42" y="183"/>
                      <a:pt x="47" y="186"/>
                      <a:pt x="52" y="187"/>
                    </a:cubicBezTo>
                    <a:cubicBezTo>
                      <a:pt x="64" y="191"/>
                      <a:pt x="77" y="189"/>
                      <a:pt x="87" y="187"/>
                    </a:cubicBezTo>
                    <a:cubicBezTo>
                      <a:pt x="98" y="185"/>
                      <a:pt x="113" y="180"/>
                      <a:pt x="122" y="170"/>
                    </a:cubicBezTo>
                    <a:cubicBezTo>
                      <a:pt x="131" y="158"/>
                      <a:pt x="132" y="142"/>
                      <a:pt x="133" y="125"/>
                    </a:cubicBezTo>
                    <a:cubicBezTo>
                      <a:pt x="133" y="84"/>
                      <a:pt x="133" y="42"/>
                      <a:pt x="13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42"/>
                      <a:pt x="135" y="84"/>
                      <a:pt x="135" y="125"/>
                    </a:cubicBezTo>
                    <a:cubicBezTo>
                      <a:pt x="134" y="142"/>
                      <a:pt x="133" y="159"/>
                      <a:pt x="123" y="171"/>
                    </a:cubicBezTo>
                    <a:cubicBezTo>
                      <a:pt x="114" y="182"/>
                      <a:pt x="98" y="187"/>
                      <a:pt x="87" y="189"/>
                    </a:cubicBezTo>
                    <a:cubicBezTo>
                      <a:pt x="81" y="190"/>
                      <a:pt x="75" y="192"/>
                      <a:pt x="67" y="1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5017239" y="4003846"/>
                <a:ext cx="323628" cy="530514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77" extrusionOk="0">
                    <a:moveTo>
                      <a:pt x="54" y="177"/>
                    </a:moveTo>
                    <a:cubicBezTo>
                      <a:pt x="52" y="177"/>
                      <a:pt x="51" y="176"/>
                      <a:pt x="49" y="176"/>
                    </a:cubicBezTo>
                    <a:cubicBezTo>
                      <a:pt x="34" y="175"/>
                      <a:pt x="20" y="166"/>
                      <a:pt x="14" y="154"/>
                    </a:cubicBezTo>
                    <a:cubicBezTo>
                      <a:pt x="9" y="145"/>
                      <a:pt x="8" y="133"/>
                      <a:pt x="7" y="124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1" y="35"/>
                      <a:pt x="0" y="22"/>
                      <a:pt x="2" y="9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2" y="22"/>
                      <a:pt x="3" y="35"/>
                      <a:pt x="4" y="48"/>
                    </a:cubicBezTo>
                    <a:cubicBezTo>
                      <a:pt x="9" y="123"/>
                      <a:pt x="9" y="123"/>
                      <a:pt x="9" y="123"/>
                    </a:cubicBezTo>
                    <a:cubicBezTo>
                      <a:pt x="10" y="133"/>
                      <a:pt x="11" y="144"/>
                      <a:pt x="16" y="153"/>
                    </a:cubicBezTo>
                    <a:cubicBezTo>
                      <a:pt x="22" y="165"/>
                      <a:pt x="35" y="173"/>
                      <a:pt x="49" y="174"/>
                    </a:cubicBezTo>
                    <a:cubicBezTo>
                      <a:pt x="62" y="176"/>
                      <a:pt x="76" y="172"/>
                      <a:pt x="88" y="163"/>
                    </a:cubicBezTo>
                    <a:cubicBezTo>
                      <a:pt x="93" y="160"/>
                      <a:pt x="96" y="157"/>
                      <a:pt x="98" y="154"/>
                    </a:cubicBezTo>
                    <a:cubicBezTo>
                      <a:pt x="104" y="145"/>
                      <a:pt x="105" y="134"/>
                      <a:pt x="105" y="123"/>
                    </a:cubicBezTo>
                    <a:cubicBezTo>
                      <a:pt x="106" y="82"/>
                      <a:pt x="105" y="41"/>
                      <a:pt x="101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7" y="41"/>
                      <a:pt x="108" y="82"/>
                      <a:pt x="107" y="123"/>
                    </a:cubicBezTo>
                    <a:cubicBezTo>
                      <a:pt x="107" y="134"/>
                      <a:pt x="106" y="146"/>
                      <a:pt x="100" y="155"/>
                    </a:cubicBezTo>
                    <a:cubicBezTo>
                      <a:pt x="97" y="158"/>
                      <a:pt x="94" y="162"/>
                      <a:pt x="89" y="165"/>
                    </a:cubicBezTo>
                    <a:cubicBezTo>
                      <a:pt x="78" y="172"/>
                      <a:pt x="66" y="177"/>
                      <a:pt x="54" y="1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5064527" y="4009757"/>
                <a:ext cx="226096" cy="471403"/>
              </a:xfrm>
              <a:custGeom>
                <a:avLst/>
                <a:gdLst/>
                <a:ahLst/>
                <a:cxnLst/>
                <a:rect l="l" t="t" r="r" b="b"/>
                <a:pathLst>
                  <a:path w="75" h="157" extrusionOk="0">
                    <a:moveTo>
                      <a:pt x="43" y="157"/>
                    </a:moveTo>
                    <a:cubicBezTo>
                      <a:pt x="40" y="157"/>
                      <a:pt x="36" y="157"/>
                      <a:pt x="33" y="155"/>
                    </a:cubicBezTo>
                    <a:cubicBezTo>
                      <a:pt x="24" y="152"/>
                      <a:pt x="16" y="145"/>
                      <a:pt x="13" y="136"/>
                    </a:cubicBezTo>
                    <a:cubicBezTo>
                      <a:pt x="11" y="131"/>
                      <a:pt x="10" y="124"/>
                      <a:pt x="10" y="118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12" y="118"/>
                      <a:pt x="12" y="118"/>
                      <a:pt x="12" y="118"/>
                    </a:cubicBezTo>
                    <a:cubicBezTo>
                      <a:pt x="12" y="124"/>
                      <a:pt x="13" y="130"/>
                      <a:pt x="15" y="136"/>
                    </a:cubicBezTo>
                    <a:cubicBezTo>
                      <a:pt x="18" y="144"/>
                      <a:pt x="25" y="151"/>
                      <a:pt x="34" y="154"/>
                    </a:cubicBezTo>
                    <a:cubicBezTo>
                      <a:pt x="42" y="156"/>
                      <a:pt x="52" y="155"/>
                      <a:pt x="60" y="150"/>
                    </a:cubicBezTo>
                    <a:cubicBezTo>
                      <a:pt x="64" y="147"/>
                      <a:pt x="68" y="144"/>
                      <a:pt x="70" y="139"/>
                    </a:cubicBezTo>
                    <a:cubicBezTo>
                      <a:pt x="72" y="134"/>
                      <a:pt x="72" y="128"/>
                      <a:pt x="72" y="123"/>
                    </a:cubicBezTo>
                    <a:cubicBezTo>
                      <a:pt x="73" y="104"/>
                      <a:pt x="73" y="104"/>
                      <a:pt x="73" y="104"/>
                    </a:cubicBezTo>
                    <a:cubicBezTo>
                      <a:pt x="73" y="95"/>
                      <a:pt x="73" y="85"/>
                      <a:pt x="73" y="76"/>
                    </a:cubicBezTo>
                    <a:cubicBezTo>
                      <a:pt x="73" y="51"/>
                      <a:pt x="70" y="25"/>
                      <a:pt x="67" y="1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72" y="25"/>
                      <a:pt x="75" y="51"/>
                      <a:pt x="75" y="76"/>
                    </a:cubicBezTo>
                    <a:cubicBezTo>
                      <a:pt x="75" y="85"/>
                      <a:pt x="75" y="95"/>
                      <a:pt x="75" y="104"/>
                    </a:cubicBezTo>
                    <a:cubicBezTo>
                      <a:pt x="74" y="123"/>
                      <a:pt x="74" y="123"/>
                      <a:pt x="74" y="123"/>
                    </a:cubicBezTo>
                    <a:cubicBezTo>
                      <a:pt x="74" y="129"/>
                      <a:pt x="74" y="135"/>
                      <a:pt x="71" y="140"/>
                    </a:cubicBezTo>
                    <a:cubicBezTo>
                      <a:pt x="69" y="145"/>
                      <a:pt x="66" y="149"/>
                      <a:pt x="61" y="152"/>
                    </a:cubicBezTo>
                    <a:cubicBezTo>
                      <a:pt x="56" y="155"/>
                      <a:pt x="49" y="157"/>
                      <a:pt x="43" y="1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5104427" y="4033402"/>
                <a:ext cx="152209" cy="396038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2" extrusionOk="0">
                    <a:moveTo>
                      <a:pt x="31" y="132"/>
                    </a:moveTo>
                    <a:cubicBezTo>
                      <a:pt x="29" y="132"/>
                      <a:pt x="28" y="132"/>
                      <a:pt x="26" y="132"/>
                    </a:cubicBezTo>
                    <a:cubicBezTo>
                      <a:pt x="18" y="130"/>
                      <a:pt x="11" y="124"/>
                      <a:pt x="8" y="115"/>
                    </a:cubicBezTo>
                    <a:cubicBezTo>
                      <a:pt x="6" y="109"/>
                      <a:pt x="5" y="104"/>
                      <a:pt x="5" y="98"/>
                    </a:cubicBezTo>
                    <a:cubicBezTo>
                      <a:pt x="1" y="67"/>
                      <a:pt x="0" y="35"/>
                      <a:pt x="0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5"/>
                      <a:pt x="3" y="67"/>
                      <a:pt x="7" y="98"/>
                    </a:cubicBezTo>
                    <a:cubicBezTo>
                      <a:pt x="7" y="104"/>
                      <a:pt x="8" y="109"/>
                      <a:pt x="10" y="114"/>
                    </a:cubicBezTo>
                    <a:cubicBezTo>
                      <a:pt x="13" y="122"/>
                      <a:pt x="19" y="128"/>
                      <a:pt x="27" y="130"/>
                    </a:cubicBezTo>
                    <a:cubicBezTo>
                      <a:pt x="35" y="132"/>
                      <a:pt x="44" y="127"/>
                      <a:pt x="47" y="120"/>
                    </a:cubicBezTo>
                    <a:cubicBezTo>
                      <a:pt x="47" y="117"/>
                      <a:pt x="48" y="114"/>
                      <a:pt x="48" y="112"/>
                    </a:cubicBezTo>
                    <a:cubicBezTo>
                      <a:pt x="49" y="75"/>
                      <a:pt x="48" y="37"/>
                      <a:pt x="44" y="1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0" y="37"/>
                      <a:pt x="51" y="75"/>
                      <a:pt x="50" y="112"/>
                    </a:cubicBezTo>
                    <a:cubicBezTo>
                      <a:pt x="50" y="114"/>
                      <a:pt x="49" y="118"/>
                      <a:pt x="48" y="121"/>
                    </a:cubicBezTo>
                    <a:cubicBezTo>
                      <a:pt x="46" y="128"/>
                      <a:pt x="39" y="132"/>
                      <a:pt x="3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139893" y="4021580"/>
                <a:ext cx="87187" cy="360572"/>
              </a:xfrm>
              <a:custGeom>
                <a:avLst/>
                <a:gdLst/>
                <a:ahLst/>
                <a:cxnLst/>
                <a:rect l="l" t="t" r="r" b="b"/>
                <a:pathLst>
                  <a:path w="29" h="120" extrusionOk="0">
                    <a:moveTo>
                      <a:pt x="19" y="120"/>
                    </a:moveTo>
                    <a:cubicBezTo>
                      <a:pt x="18" y="120"/>
                      <a:pt x="17" y="120"/>
                      <a:pt x="17" y="119"/>
                    </a:cubicBezTo>
                    <a:cubicBezTo>
                      <a:pt x="13" y="119"/>
                      <a:pt x="10" y="117"/>
                      <a:pt x="8" y="113"/>
                    </a:cubicBezTo>
                    <a:cubicBezTo>
                      <a:pt x="4" y="108"/>
                      <a:pt x="4" y="102"/>
                      <a:pt x="3" y="96"/>
                    </a:cubicBezTo>
                    <a:cubicBezTo>
                      <a:pt x="2" y="66"/>
                      <a:pt x="0" y="36"/>
                      <a:pt x="0" y="7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36"/>
                      <a:pt x="4" y="66"/>
                      <a:pt x="5" y="96"/>
                    </a:cubicBezTo>
                    <a:cubicBezTo>
                      <a:pt x="6" y="101"/>
                      <a:pt x="6" y="108"/>
                      <a:pt x="9" y="112"/>
                    </a:cubicBezTo>
                    <a:cubicBezTo>
                      <a:pt x="11" y="115"/>
                      <a:pt x="14" y="117"/>
                      <a:pt x="17" y="117"/>
                    </a:cubicBezTo>
                    <a:cubicBezTo>
                      <a:pt x="19" y="118"/>
                      <a:pt x="21" y="118"/>
                      <a:pt x="23" y="116"/>
                    </a:cubicBezTo>
                    <a:cubicBezTo>
                      <a:pt x="27" y="113"/>
                      <a:pt x="27" y="107"/>
                      <a:pt x="27" y="102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9" y="101"/>
                      <a:pt x="29" y="101"/>
                      <a:pt x="29" y="101"/>
                    </a:cubicBezTo>
                    <a:cubicBezTo>
                      <a:pt x="29" y="107"/>
                      <a:pt x="29" y="114"/>
                      <a:pt x="24" y="118"/>
                    </a:cubicBezTo>
                    <a:cubicBezTo>
                      <a:pt x="23" y="119"/>
                      <a:pt x="21" y="120"/>
                      <a:pt x="19" y="1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56" name="Google Shape;56;p4"/>
          <p:cNvGrpSpPr/>
          <p:nvPr/>
        </p:nvGrpSpPr>
        <p:grpSpPr>
          <a:xfrm rot="10800000" flipH="1">
            <a:off x="38" y="0"/>
            <a:ext cx="9143925" cy="5137350"/>
            <a:chOff x="0" y="-26900"/>
            <a:chExt cx="9143925" cy="5137350"/>
          </a:xfrm>
        </p:grpSpPr>
        <p:sp>
          <p:nvSpPr>
            <p:cNvPr id="57" name="Google Shape;57;p4"/>
            <p:cNvSpPr/>
            <p:nvPr/>
          </p:nvSpPr>
          <p:spPr>
            <a:xfrm>
              <a:off x="8817825" y="2544850"/>
              <a:ext cx="326100" cy="2565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0" y="-26900"/>
              <a:ext cx="326100" cy="256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</p:grpSp>
      <p:sp>
        <p:nvSpPr>
          <p:cNvPr id="59" name="Google Shape;5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4"/>
          <p:cNvSpPr txBox="1"/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>
            <p:ph type="subTitle" idx="1"/>
          </p:nvPr>
        </p:nvSpPr>
        <p:spPr>
          <a:xfrm>
            <a:off x="720000" y="2725275"/>
            <a:ext cx="3436800" cy="5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subTitle" idx="2"/>
          </p:nvPr>
        </p:nvSpPr>
        <p:spPr>
          <a:xfrm>
            <a:off x="4987178" y="2725275"/>
            <a:ext cx="3436800" cy="5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type="subTitle" idx="3"/>
          </p:nvPr>
        </p:nvSpPr>
        <p:spPr>
          <a:xfrm>
            <a:off x="720025" y="3166500"/>
            <a:ext cx="34368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type="subTitle" idx="4"/>
          </p:nvPr>
        </p:nvSpPr>
        <p:spPr>
          <a:xfrm>
            <a:off x="4987201" y="3166500"/>
            <a:ext cx="34368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5"/>
          <p:cNvSpPr/>
          <p:nvPr>
            <p:ph type="pic" idx="5"/>
          </p:nvPr>
        </p:nvSpPr>
        <p:spPr>
          <a:xfrm>
            <a:off x="5097588" y="1382700"/>
            <a:ext cx="3200100" cy="1336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type="pic" idx="6"/>
          </p:nvPr>
        </p:nvSpPr>
        <p:spPr>
          <a:xfrm>
            <a:off x="846313" y="1382700"/>
            <a:ext cx="3200100" cy="1336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5"/>
          <p:cNvSpPr/>
          <p:nvPr/>
        </p:nvSpPr>
        <p:spPr>
          <a:xfrm>
            <a:off x="4572000" y="0"/>
            <a:ext cx="4572000" cy="24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grpSp>
        <p:nvGrpSpPr>
          <p:cNvPr id="70" name="Google Shape;70;p5"/>
          <p:cNvGrpSpPr/>
          <p:nvPr/>
        </p:nvGrpSpPr>
        <p:grpSpPr>
          <a:xfrm>
            <a:off x="-891851" y="4135499"/>
            <a:ext cx="9896239" cy="2014625"/>
            <a:chOff x="-891851" y="4135499"/>
            <a:chExt cx="9896239" cy="2014625"/>
          </a:xfrm>
        </p:grpSpPr>
        <p:sp>
          <p:nvSpPr>
            <p:cNvPr id="71" name="Google Shape;71;p5"/>
            <p:cNvSpPr/>
            <p:nvPr/>
          </p:nvSpPr>
          <p:spPr>
            <a:xfrm flipH="1">
              <a:off x="-891851" y="4135499"/>
              <a:ext cx="3213900" cy="2014625"/>
            </a:xfrm>
            <a:custGeom>
              <a:avLst/>
              <a:gdLst/>
              <a:ahLst/>
              <a:cxnLst/>
              <a:rect l="l" t="t" r="r" b="b"/>
              <a:pathLst>
                <a:path w="800" h="501" extrusionOk="0">
                  <a:moveTo>
                    <a:pt x="1" y="501"/>
                  </a:moveTo>
                  <a:cubicBezTo>
                    <a:pt x="0" y="499"/>
                    <a:pt x="0" y="499"/>
                    <a:pt x="0" y="499"/>
                  </a:cubicBezTo>
                  <a:cubicBezTo>
                    <a:pt x="2" y="498"/>
                    <a:pt x="2" y="498"/>
                    <a:pt x="2" y="498"/>
                  </a:cubicBezTo>
                  <a:cubicBezTo>
                    <a:pt x="61" y="472"/>
                    <a:pt x="123" y="445"/>
                    <a:pt x="183" y="417"/>
                  </a:cubicBezTo>
                  <a:cubicBezTo>
                    <a:pt x="206" y="407"/>
                    <a:pt x="232" y="395"/>
                    <a:pt x="250" y="375"/>
                  </a:cubicBezTo>
                  <a:cubicBezTo>
                    <a:pt x="261" y="363"/>
                    <a:pt x="269" y="347"/>
                    <a:pt x="277" y="332"/>
                  </a:cubicBezTo>
                  <a:cubicBezTo>
                    <a:pt x="290" y="305"/>
                    <a:pt x="304" y="278"/>
                    <a:pt x="317" y="251"/>
                  </a:cubicBezTo>
                  <a:cubicBezTo>
                    <a:pt x="318" y="248"/>
                    <a:pt x="318" y="248"/>
                    <a:pt x="318" y="248"/>
                  </a:cubicBezTo>
                  <a:cubicBezTo>
                    <a:pt x="326" y="231"/>
                    <a:pt x="334" y="213"/>
                    <a:pt x="348" y="199"/>
                  </a:cubicBezTo>
                  <a:cubicBezTo>
                    <a:pt x="358" y="188"/>
                    <a:pt x="371" y="181"/>
                    <a:pt x="383" y="173"/>
                  </a:cubicBezTo>
                  <a:cubicBezTo>
                    <a:pt x="593" y="47"/>
                    <a:pt x="593" y="47"/>
                    <a:pt x="593" y="47"/>
                  </a:cubicBezTo>
                  <a:cubicBezTo>
                    <a:pt x="604" y="41"/>
                    <a:pt x="615" y="34"/>
                    <a:pt x="628" y="29"/>
                  </a:cubicBezTo>
                  <a:cubicBezTo>
                    <a:pt x="642" y="24"/>
                    <a:pt x="657" y="22"/>
                    <a:pt x="671" y="20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800" y="2"/>
                    <a:pt x="800" y="2"/>
                    <a:pt x="800" y="2"/>
                  </a:cubicBezTo>
                  <a:cubicBezTo>
                    <a:pt x="671" y="22"/>
                    <a:pt x="671" y="22"/>
                    <a:pt x="671" y="22"/>
                  </a:cubicBezTo>
                  <a:cubicBezTo>
                    <a:pt x="657" y="24"/>
                    <a:pt x="642" y="26"/>
                    <a:pt x="628" y="31"/>
                  </a:cubicBezTo>
                  <a:cubicBezTo>
                    <a:pt x="616" y="36"/>
                    <a:pt x="605" y="42"/>
                    <a:pt x="594" y="49"/>
                  </a:cubicBezTo>
                  <a:cubicBezTo>
                    <a:pt x="384" y="175"/>
                    <a:pt x="384" y="175"/>
                    <a:pt x="384" y="175"/>
                  </a:cubicBezTo>
                  <a:cubicBezTo>
                    <a:pt x="372" y="182"/>
                    <a:pt x="359" y="190"/>
                    <a:pt x="349" y="200"/>
                  </a:cubicBezTo>
                  <a:cubicBezTo>
                    <a:pt x="336" y="214"/>
                    <a:pt x="328" y="232"/>
                    <a:pt x="320" y="249"/>
                  </a:cubicBezTo>
                  <a:cubicBezTo>
                    <a:pt x="318" y="252"/>
                    <a:pt x="318" y="252"/>
                    <a:pt x="318" y="252"/>
                  </a:cubicBezTo>
                  <a:cubicBezTo>
                    <a:pt x="306" y="279"/>
                    <a:pt x="292" y="306"/>
                    <a:pt x="279" y="333"/>
                  </a:cubicBezTo>
                  <a:cubicBezTo>
                    <a:pt x="271" y="348"/>
                    <a:pt x="263" y="364"/>
                    <a:pt x="251" y="377"/>
                  </a:cubicBezTo>
                  <a:cubicBezTo>
                    <a:pt x="233" y="397"/>
                    <a:pt x="207" y="409"/>
                    <a:pt x="184" y="419"/>
                  </a:cubicBezTo>
                  <a:cubicBezTo>
                    <a:pt x="123" y="446"/>
                    <a:pt x="62" y="474"/>
                    <a:pt x="3" y="500"/>
                  </a:cubicBezTo>
                  <a:lnTo>
                    <a:pt x="1" y="5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>
              <a:off x="7853410" y="4608504"/>
              <a:ext cx="1150979" cy="827754"/>
              <a:chOff x="7418590" y="3791050"/>
              <a:chExt cx="599968" cy="431504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7418590" y="3794005"/>
                <a:ext cx="17733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6" h="140" extrusionOk="0">
                    <a:moveTo>
                      <a:pt x="6" y="140"/>
                    </a:moveTo>
                    <a:cubicBezTo>
                      <a:pt x="4" y="140"/>
                      <a:pt x="4" y="140"/>
                      <a:pt x="4" y="140"/>
                    </a:cubicBezTo>
                    <a:cubicBezTo>
                      <a:pt x="4" y="93"/>
                      <a:pt x="3" y="47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5" y="47"/>
                      <a:pt x="6" y="93"/>
                      <a:pt x="6" y="1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7445189" y="3796961"/>
                <a:ext cx="17733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6" h="141" extrusionOk="0">
                    <a:moveTo>
                      <a:pt x="3" y="141"/>
                    </a:moveTo>
                    <a:cubicBezTo>
                      <a:pt x="2" y="123"/>
                      <a:pt x="3" y="105"/>
                      <a:pt x="3" y="87"/>
                    </a:cubicBezTo>
                    <a:cubicBezTo>
                      <a:pt x="4" y="67"/>
                      <a:pt x="4" y="46"/>
                      <a:pt x="2" y="26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16"/>
                      <a:pt x="0" y="8"/>
                      <a:pt x="2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2" y="8"/>
                      <a:pt x="3" y="16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6" y="46"/>
                      <a:pt x="6" y="67"/>
                      <a:pt x="5" y="87"/>
                    </a:cubicBezTo>
                    <a:cubicBezTo>
                      <a:pt x="5" y="105"/>
                      <a:pt x="4" y="123"/>
                      <a:pt x="5" y="140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7486566" y="3794005"/>
                <a:ext cx="20689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7" h="141" extrusionOk="0">
                    <a:moveTo>
                      <a:pt x="1" y="141"/>
                    </a:moveTo>
                    <a:cubicBezTo>
                      <a:pt x="0" y="120"/>
                      <a:pt x="1" y="100"/>
                      <a:pt x="2" y="80"/>
                    </a:cubicBezTo>
                    <a:cubicBezTo>
                      <a:pt x="3" y="54"/>
                      <a:pt x="5" y="27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27"/>
                      <a:pt x="5" y="54"/>
                      <a:pt x="4" y="80"/>
                    </a:cubicBezTo>
                    <a:cubicBezTo>
                      <a:pt x="3" y="100"/>
                      <a:pt x="2" y="120"/>
                      <a:pt x="3" y="141"/>
                    </a:cubicBezTo>
                    <a:lnTo>
                      <a:pt x="1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7535332" y="3791050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1" y="95"/>
                      <a:pt x="2" y="47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47"/>
                      <a:pt x="3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7567843" y="3791050"/>
                <a:ext cx="26600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9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5" y="95"/>
                      <a:pt x="7" y="47"/>
                      <a:pt x="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9" y="47"/>
                      <a:pt x="7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7597398" y="3794005"/>
                <a:ext cx="19211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6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0" y="95"/>
                      <a:pt x="2" y="47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7"/>
                      <a:pt x="2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7643208" y="3794005"/>
                <a:ext cx="29555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2" extrusionOk="0">
                    <a:moveTo>
                      <a:pt x="5" y="142"/>
                    </a:moveTo>
                    <a:cubicBezTo>
                      <a:pt x="0" y="123"/>
                      <a:pt x="3" y="104"/>
                      <a:pt x="5" y="85"/>
                    </a:cubicBezTo>
                    <a:cubicBezTo>
                      <a:pt x="7" y="72"/>
                      <a:pt x="8" y="59"/>
                      <a:pt x="8" y="47"/>
                    </a:cubicBezTo>
                    <a:cubicBezTo>
                      <a:pt x="8" y="39"/>
                      <a:pt x="7" y="31"/>
                      <a:pt x="6" y="23"/>
                    </a:cubicBezTo>
                    <a:cubicBezTo>
                      <a:pt x="5" y="16"/>
                      <a:pt x="4" y="8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8"/>
                      <a:pt x="7" y="16"/>
                      <a:pt x="8" y="23"/>
                    </a:cubicBezTo>
                    <a:cubicBezTo>
                      <a:pt x="9" y="31"/>
                      <a:pt x="10" y="39"/>
                      <a:pt x="10" y="47"/>
                    </a:cubicBezTo>
                    <a:cubicBezTo>
                      <a:pt x="10" y="59"/>
                      <a:pt x="9" y="72"/>
                      <a:pt x="7" y="85"/>
                    </a:cubicBezTo>
                    <a:cubicBezTo>
                      <a:pt x="5" y="104"/>
                      <a:pt x="2" y="123"/>
                      <a:pt x="7" y="142"/>
                    </a:cubicBezTo>
                    <a:lnTo>
                      <a:pt x="5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768458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0" y="142"/>
                    </a:moveTo>
                    <a:cubicBezTo>
                      <a:pt x="0" y="95"/>
                      <a:pt x="1" y="47"/>
                      <a:pt x="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47"/>
                      <a:pt x="2" y="95"/>
                      <a:pt x="2" y="142"/>
                    </a:cubicBezTo>
                    <a:lnTo>
                      <a:pt x="0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27440" y="3794005"/>
                <a:ext cx="11822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4" h="141" extrusionOk="0">
                    <a:moveTo>
                      <a:pt x="3" y="141"/>
                    </a:moveTo>
                    <a:cubicBezTo>
                      <a:pt x="1" y="141"/>
                      <a:pt x="1" y="141"/>
                      <a:pt x="1" y="141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2" y="38"/>
                      <a:pt x="2" y="19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19"/>
                      <a:pt x="4" y="38"/>
                      <a:pt x="4" y="57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775699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3" y="142"/>
                    </a:moveTo>
                    <a:cubicBezTo>
                      <a:pt x="1" y="142"/>
                      <a:pt x="1" y="142"/>
                      <a:pt x="1" y="142"/>
                    </a:cubicBezTo>
                    <a:cubicBezTo>
                      <a:pt x="2" y="95"/>
                      <a:pt x="2" y="47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47"/>
                      <a:pt x="4" y="95"/>
                      <a:pt x="3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7795417" y="3794005"/>
                <a:ext cx="13300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9" h="284" extrusionOk="0">
                    <a:moveTo>
                      <a:pt x="4" y="284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9" y="284"/>
                    </a:lnTo>
                    <a:lnTo>
                      <a:pt x="4" y="2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7829405" y="3794005"/>
                <a:ext cx="29555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1" extrusionOk="0">
                    <a:moveTo>
                      <a:pt x="3" y="141"/>
                    </a:moveTo>
                    <a:cubicBezTo>
                      <a:pt x="0" y="94"/>
                      <a:pt x="2" y="47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47"/>
                      <a:pt x="2" y="94"/>
                      <a:pt x="5" y="141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7856005" y="3799916"/>
                <a:ext cx="20689" cy="416727"/>
              </a:xfrm>
              <a:custGeom>
                <a:avLst/>
                <a:gdLst/>
                <a:ahLst/>
                <a:cxnLst/>
                <a:rect l="l" t="t" r="r" b="b"/>
                <a:pathLst>
                  <a:path w="7" h="139" extrusionOk="0">
                    <a:moveTo>
                      <a:pt x="2" y="139"/>
                    </a:moveTo>
                    <a:cubicBezTo>
                      <a:pt x="0" y="139"/>
                      <a:pt x="0" y="139"/>
                      <a:pt x="0" y="139"/>
                    </a:cubicBezTo>
                    <a:cubicBezTo>
                      <a:pt x="1" y="93"/>
                      <a:pt x="2" y="46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46"/>
                      <a:pt x="3" y="93"/>
                      <a:pt x="2" y="1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7904771" y="3796961"/>
                <a:ext cx="14778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5" h="141" extrusionOk="0">
                    <a:moveTo>
                      <a:pt x="2" y="141"/>
                    </a:moveTo>
                    <a:cubicBezTo>
                      <a:pt x="0" y="141"/>
                      <a:pt x="0" y="141"/>
                      <a:pt x="0" y="141"/>
                    </a:cubicBezTo>
                    <a:cubicBezTo>
                      <a:pt x="2" y="94"/>
                      <a:pt x="3" y="47"/>
                      <a:pt x="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47"/>
                      <a:pt x="4" y="94"/>
                      <a:pt x="2" y="1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7946148" y="3796961"/>
                <a:ext cx="32511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11" h="140" extrusionOk="0">
                    <a:moveTo>
                      <a:pt x="9" y="140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21"/>
                      <a:pt x="3" y="16"/>
                      <a:pt x="2" y="10"/>
                    </a:cubicBezTo>
                    <a:cubicBezTo>
                      <a:pt x="1" y="10"/>
                      <a:pt x="1" y="9"/>
                      <a:pt x="1" y="8"/>
                    </a:cubicBezTo>
                    <a:cubicBezTo>
                      <a:pt x="0" y="6"/>
                      <a:pt x="0" y="3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5"/>
                      <a:pt x="3" y="8"/>
                    </a:cubicBezTo>
                    <a:cubicBezTo>
                      <a:pt x="3" y="9"/>
                      <a:pt x="3" y="9"/>
                      <a:pt x="3" y="10"/>
                    </a:cubicBezTo>
                    <a:cubicBezTo>
                      <a:pt x="5" y="15"/>
                      <a:pt x="5" y="21"/>
                      <a:pt x="5" y="27"/>
                    </a:cubicBezTo>
                    <a:cubicBezTo>
                      <a:pt x="11" y="140"/>
                      <a:pt x="11" y="140"/>
                      <a:pt x="11" y="140"/>
                    </a:cubicBezTo>
                    <a:lnTo>
                      <a:pt x="9" y="14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8006736" y="3796961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19"/>
                      <a:pt x="1" y="94"/>
                      <a:pt x="1" y="71"/>
                    </a:cubicBezTo>
                    <a:cubicBezTo>
                      <a:pt x="2" y="48"/>
                      <a:pt x="2" y="24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24"/>
                      <a:pt x="4" y="48"/>
                      <a:pt x="3" y="71"/>
                    </a:cubicBezTo>
                    <a:cubicBezTo>
                      <a:pt x="3" y="94"/>
                      <a:pt x="2" y="118"/>
                      <a:pt x="4" y="142"/>
                    </a:cubicBezTo>
                    <a:lnTo>
                      <a:pt x="2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6"/>
          <p:cNvGrpSpPr/>
          <p:nvPr/>
        </p:nvGrpSpPr>
        <p:grpSpPr>
          <a:xfrm>
            <a:off x="0" y="0"/>
            <a:ext cx="9144000" cy="5137350"/>
            <a:chOff x="0" y="0"/>
            <a:chExt cx="9144000" cy="5137350"/>
          </a:xfrm>
        </p:grpSpPr>
        <p:sp>
          <p:nvSpPr>
            <p:cNvPr id="91" name="Google Shape;91;p6"/>
            <p:cNvSpPr/>
            <p:nvPr/>
          </p:nvSpPr>
          <p:spPr>
            <a:xfrm>
              <a:off x="0" y="2571750"/>
              <a:ext cx="326100" cy="256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4572000" y="0"/>
              <a:ext cx="4572000" cy="245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</p:grpSp>
      <p:grpSp>
        <p:nvGrpSpPr>
          <p:cNvPr id="93" name="Google Shape;93;p6"/>
          <p:cNvGrpSpPr/>
          <p:nvPr/>
        </p:nvGrpSpPr>
        <p:grpSpPr>
          <a:xfrm>
            <a:off x="210686" y="-163633"/>
            <a:ext cx="10671574" cy="6963180"/>
            <a:chOff x="210686" y="-163633"/>
            <a:chExt cx="10671574" cy="6963180"/>
          </a:xfrm>
        </p:grpSpPr>
        <p:sp>
          <p:nvSpPr>
            <p:cNvPr id="94" name="Google Shape;94;p6"/>
            <p:cNvSpPr/>
            <p:nvPr/>
          </p:nvSpPr>
          <p:spPr>
            <a:xfrm rot="8225960" flipH="1">
              <a:off x="7494799" y="4244827"/>
              <a:ext cx="3254026" cy="1670574"/>
            </a:xfrm>
            <a:custGeom>
              <a:avLst/>
              <a:gdLst/>
              <a:ahLst/>
              <a:cxnLst/>
              <a:rect l="l" t="t" r="r" b="b"/>
              <a:pathLst>
                <a:path w="846" h="434" extrusionOk="0">
                  <a:moveTo>
                    <a:pt x="486" y="434"/>
                  </a:moveTo>
                  <a:cubicBezTo>
                    <a:pt x="477" y="434"/>
                    <a:pt x="469" y="433"/>
                    <a:pt x="461" y="433"/>
                  </a:cubicBezTo>
                  <a:cubicBezTo>
                    <a:pt x="422" y="431"/>
                    <a:pt x="382" y="427"/>
                    <a:pt x="343" y="421"/>
                  </a:cubicBezTo>
                  <a:cubicBezTo>
                    <a:pt x="323" y="418"/>
                    <a:pt x="303" y="414"/>
                    <a:pt x="287" y="404"/>
                  </a:cubicBezTo>
                  <a:cubicBezTo>
                    <a:pt x="265" y="390"/>
                    <a:pt x="251" y="367"/>
                    <a:pt x="239" y="346"/>
                  </a:cubicBezTo>
                  <a:cubicBezTo>
                    <a:pt x="76" y="63"/>
                    <a:pt x="76" y="63"/>
                    <a:pt x="76" y="63"/>
                  </a:cubicBezTo>
                  <a:cubicBezTo>
                    <a:pt x="68" y="49"/>
                    <a:pt x="59" y="33"/>
                    <a:pt x="46" y="22"/>
                  </a:cubicBezTo>
                  <a:cubicBezTo>
                    <a:pt x="33" y="9"/>
                    <a:pt x="15" y="2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6" y="0"/>
                    <a:pt x="34" y="7"/>
                    <a:pt x="48" y="20"/>
                  </a:cubicBezTo>
                  <a:cubicBezTo>
                    <a:pt x="61" y="32"/>
                    <a:pt x="70" y="47"/>
                    <a:pt x="78" y="62"/>
                  </a:cubicBezTo>
                  <a:cubicBezTo>
                    <a:pt x="241" y="345"/>
                    <a:pt x="241" y="345"/>
                    <a:pt x="241" y="345"/>
                  </a:cubicBezTo>
                  <a:cubicBezTo>
                    <a:pt x="253" y="366"/>
                    <a:pt x="266" y="389"/>
                    <a:pt x="288" y="402"/>
                  </a:cubicBezTo>
                  <a:cubicBezTo>
                    <a:pt x="304" y="412"/>
                    <a:pt x="323" y="416"/>
                    <a:pt x="343" y="419"/>
                  </a:cubicBezTo>
                  <a:cubicBezTo>
                    <a:pt x="382" y="425"/>
                    <a:pt x="422" y="429"/>
                    <a:pt x="461" y="431"/>
                  </a:cubicBezTo>
                  <a:cubicBezTo>
                    <a:pt x="478" y="432"/>
                    <a:pt x="497" y="432"/>
                    <a:pt x="515" y="430"/>
                  </a:cubicBezTo>
                  <a:cubicBezTo>
                    <a:pt x="528" y="427"/>
                    <a:pt x="541" y="423"/>
                    <a:pt x="554" y="419"/>
                  </a:cubicBezTo>
                  <a:cubicBezTo>
                    <a:pt x="654" y="388"/>
                    <a:pt x="751" y="344"/>
                    <a:pt x="846" y="303"/>
                  </a:cubicBezTo>
                  <a:cubicBezTo>
                    <a:pt x="846" y="305"/>
                    <a:pt x="846" y="305"/>
                    <a:pt x="846" y="305"/>
                  </a:cubicBezTo>
                  <a:cubicBezTo>
                    <a:pt x="752" y="346"/>
                    <a:pt x="654" y="390"/>
                    <a:pt x="554" y="421"/>
                  </a:cubicBezTo>
                  <a:cubicBezTo>
                    <a:pt x="542" y="425"/>
                    <a:pt x="528" y="429"/>
                    <a:pt x="515" y="432"/>
                  </a:cubicBezTo>
                  <a:cubicBezTo>
                    <a:pt x="505" y="433"/>
                    <a:pt x="495" y="434"/>
                    <a:pt x="486" y="4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95" name="Google Shape;95;p6"/>
            <p:cNvGrpSpPr/>
            <p:nvPr/>
          </p:nvGrpSpPr>
          <p:grpSpPr>
            <a:xfrm rot="10800000" flipH="1">
              <a:off x="210686" y="-163633"/>
              <a:ext cx="1008842" cy="572682"/>
              <a:chOff x="8278643" y="3013751"/>
              <a:chExt cx="840842" cy="477315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8278643" y="3013751"/>
                <a:ext cx="840842" cy="477314"/>
              </a:xfrm>
              <a:custGeom>
                <a:avLst/>
                <a:gdLst/>
                <a:ahLst/>
                <a:cxnLst/>
                <a:rect l="l" t="t" r="r" b="b"/>
                <a:pathLst>
                  <a:path w="280" h="159" extrusionOk="0">
                    <a:moveTo>
                      <a:pt x="0" y="159"/>
                    </a:moveTo>
                    <a:cubicBezTo>
                      <a:pt x="0" y="141"/>
                      <a:pt x="4" y="114"/>
                      <a:pt x="8" y="97"/>
                    </a:cubicBezTo>
                    <a:cubicBezTo>
                      <a:pt x="11" y="83"/>
                      <a:pt x="14" y="68"/>
                      <a:pt x="23" y="57"/>
                    </a:cubicBezTo>
                    <a:cubicBezTo>
                      <a:pt x="34" y="42"/>
                      <a:pt x="51" y="33"/>
                      <a:pt x="67" y="26"/>
                    </a:cubicBezTo>
                    <a:cubicBezTo>
                      <a:pt x="85" y="17"/>
                      <a:pt x="105" y="9"/>
                      <a:pt x="125" y="5"/>
                    </a:cubicBezTo>
                    <a:cubicBezTo>
                      <a:pt x="148" y="0"/>
                      <a:pt x="169" y="1"/>
                      <a:pt x="187" y="7"/>
                    </a:cubicBezTo>
                    <a:cubicBezTo>
                      <a:pt x="195" y="9"/>
                      <a:pt x="204" y="14"/>
                      <a:pt x="215" y="20"/>
                    </a:cubicBezTo>
                    <a:cubicBezTo>
                      <a:pt x="221" y="24"/>
                      <a:pt x="229" y="29"/>
                      <a:pt x="235" y="35"/>
                    </a:cubicBezTo>
                    <a:cubicBezTo>
                      <a:pt x="248" y="48"/>
                      <a:pt x="256" y="65"/>
                      <a:pt x="263" y="83"/>
                    </a:cubicBezTo>
                    <a:cubicBezTo>
                      <a:pt x="274" y="114"/>
                      <a:pt x="280" y="138"/>
                      <a:pt x="280" y="155"/>
                    </a:cubicBezTo>
                    <a:cubicBezTo>
                      <a:pt x="278" y="155"/>
                      <a:pt x="278" y="155"/>
                      <a:pt x="278" y="155"/>
                    </a:cubicBezTo>
                    <a:cubicBezTo>
                      <a:pt x="278" y="138"/>
                      <a:pt x="272" y="115"/>
                      <a:pt x="261" y="84"/>
                    </a:cubicBezTo>
                    <a:cubicBezTo>
                      <a:pt x="254" y="66"/>
                      <a:pt x="247" y="49"/>
                      <a:pt x="233" y="36"/>
                    </a:cubicBezTo>
                    <a:cubicBezTo>
                      <a:pt x="227" y="30"/>
                      <a:pt x="220" y="26"/>
                      <a:pt x="214" y="22"/>
                    </a:cubicBezTo>
                    <a:cubicBezTo>
                      <a:pt x="203" y="15"/>
                      <a:pt x="195" y="11"/>
                      <a:pt x="186" y="8"/>
                    </a:cubicBezTo>
                    <a:cubicBezTo>
                      <a:pt x="168" y="3"/>
                      <a:pt x="148" y="2"/>
                      <a:pt x="126" y="7"/>
                    </a:cubicBezTo>
                    <a:cubicBezTo>
                      <a:pt x="105" y="11"/>
                      <a:pt x="86" y="19"/>
                      <a:pt x="68" y="27"/>
                    </a:cubicBezTo>
                    <a:cubicBezTo>
                      <a:pt x="52" y="35"/>
                      <a:pt x="35" y="43"/>
                      <a:pt x="25" y="58"/>
                    </a:cubicBezTo>
                    <a:cubicBezTo>
                      <a:pt x="16" y="69"/>
                      <a:pt x="13" y="84"/>
                      <a:pt x="10" y="97"/>
                    </a:cubicBezTo>
                    <a:cubicBezTo>
                      <a:pt x="6" y="114"/>
                      <a:pt x="2" y="141"/>
                      <a:pt x="2" y="159"/>
                    </a:cubicBezTo>
                    <a:lnTo>
                      <a:pt x="0" y="15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8356964" y="3081728"/>
                <a:ext cx="660556" cy="409338"/>
              </a:xfrm>
              <a:custGeom>
                <a:avLst/>
                <a:gdLst/>
                <a:ahLst/>
                <a:cxnLst/>
                <a:rect l="l" t="t" r="r" b="b"/>
                <a:pathLst>
                  <a:path w="220" h="136" extrusionOk="0">
                    <a:moveTo>
                      <a:pt x="3" y="136"/>
                    </a:moveTo>
                    <a:cubicBezTo>
                      <a:pt x="2" y="119"/>
                      <a:pt x="0" y="99"/>
                      <a:pt x="8" y="82"/>
                    </a:cubicBezTo>
                    <a:cubicBezTo>
                      <a:pt x="13" y="69"/>
                      <a:pt x="23" y="59"/>
                      <a:pt x="32" y="50"/>
                    </a:cubicBezTo>
                    <a:cubicBezTo>
                      <a:pt x="52" y="31"/>
                      <a:pt x="70" y="19"/>
                      <a:pt x="88" y="12"/>
                    </a:cubicBezTo>
                    <a:cubicBezTo>
                      <a:pt x="96" y="9"/>
                      <a:pt x="106" y="6"/>
                      <a:pt x="118" y="4"/>
                    </a:cubicBezTo>
                    <a:cubicBezTo>
                      <a:pt x="127" y="2"/>
                      <a:pt x="138" y="0"/>
                      <a:pt x="148" y="2"/>
                    </a:cubicBezTo>
                    <a:cubicBezTo>
                      <a:pt x="167" y="4"/>
                      <a:pt x="185" y="17"/>
                      <a:pt x="197" y="36"/>
                    </a:cubicBezTo>
                    <a:cubicBezTo>
                      <a:pt x="207" y="51"/>
                      <a:pt x="213" y="69"/>
                      <a:pt x="216" y="94"/>
                    </a:cubicBezTo>
                    <a:cubicBezTo>
                      <a:pt x="219" y="110"/>
                      <a:pt x="220" y="122"/>
                      <a:pt x="219" y="133"/>
                    </a:cubicBezTo>
                    <a:cubicBezTo>
                      <a:pt x="217" y="133"/>
                      <a:pt x="217" y="133"/>
                      <a:pt x="217" y="133"/>
                    </a:cubicBezTo>
                    <a:cubicBezTo>
                      <a:pt x="218" y="122"/>
                      <a:pt x="217" y="110"/>
                      <a:pt x="214" y="95"/>
                    </a:cubicBezTo>
                    <a:cubicBezTo>
                      <a:pt x="211" y="70"/>
                      <a:pt x="205" y="52"/>
                      <a:pt x="196" y="37"/>
                    </a:cubicBezTo>
                    <a:cubicBezTo>
                      <a:pt x="184" y="19"/>
                      <a:pt x="166" y="6"/>
                      <a:pt x="148" y="4"/>
                    </a:cubicBezTo>
                    <a:cubicBezTo>
                      <a:pt x="138" y="2"/>
                      <a:pt x="127" y="4"/>
                      <a:pt x="118" y="6"/>
                    </a:cubicBezTo>
                    <a:cubicBezTo>
                      <a:pt x="106" y="8"/>
                      <a:pt x="97" y="11"/>
                      <a:pt x="88" y="14"/>
                    </a:cubicBezTo>
                    <a:cubicBezTo>
                      <a:pt x="71" y="21"/>
                      <a:pt x="53" y="33"/>
                      <a:pt x="34" y="51"/>
                    </a:cubicBezTo>
                    <a:cubicBezTo>
                      <a:pt x="24" y="60"/>
                      <a:pt x="15" y="70"/>
                      <a:pt x="10" y="83"/>
                    </a:cubicBezTo>
                    <a:cubicBezTo>
                      <a:pt x="2" y="100"/>
                      <a:pt x="4" y="119"/>
                      <a:pt x="5" y="136"/>
                    </a:cubicBezTo>
                    <a:lnTo>
                      <a:pt x="3" y="1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" name="Google Shape;98;p6"/>
              <p:cNvSpPr/>
              <p:nvPr/>
            </p:nvSpPr>
            <p:spPr>
              <a:xfrm>
                <a:off x="8414596" y="3174826"/>
                <a:ext cx="533469" cy="313284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04" extrusionOk="0">
                    <a:moveTo>
                      <a:pt x="1" y="104"/>
                    </a:moveTo>
                    <a:cubicBezTo>
                      <a:pt x="1" y="93"/>
                      <a:pt x="1" y="93"/>
                      <a:pt x="1" y="93"/>
                    </a:cubicBezTo>
                    <a:cubicBezTo>
                      <a:pt x="1" y="85"/>
                      <a:pt x="0" y="75"/>
                      <a:pt x="4" y="67"/>
                    </a:cubicBezTo>
                    <a:cubicBezTo>
                      <a:pt x="6" y="61"/>
                      <a:pt x="10" y="56"/>
                      <a:pt x="14" y="51"/>
                    </a:cubicBezTo>
                    <a:cubicBezTo>
                      <a:pt x="27" y="36"/>
                      <a:pt x="44" y="24"/>
                      <a:pt x="60" y="12"/>
                    </a:cubicBezTo>
                    <a:cubicBezTo>
                      <a:pt x="65" y="9"/>
                      <a:pt x="70" y="5"/>
                      <a:pt x="76" y="3"/>
                    </a:cubicBezTo>
                    <a:cubicBezTo>
                      <a:pt x="81" y="1"/>
                      <a:pt x="87" y="1"/>
                      <a:pt x="93" y="1"/>
                    </a:cubicBezTo>
                    <a:cubicBezTo>
                      <a:pt x="111" y="0"/>
                      <a:pt x="132" y="0"/>
                      <a:pt x="151" y="9"/>
                    </a:cubicBezTo>
                    <a:cubicBezTo>
                      <a:pt x="158" y="12"/>
                      <a:pt x="163" y="16"/>
                      <a:pt x="166" y="20"/>
                    </a:cubicBezTo>
                    <a:cubicBezTo>
                      <a:pt x="170" y="26"/>
                      <a:pt x="172" y="32"/>
                      <a:pt x="173" y="38"/>
                    </a:cubicBezTo>
                    <a:cubicBezTo>
                      <a:pt x="177" y="60"/>
                      <a:pt x="178" y="82"/>
                      <a:pt x="177" y="103"/>
                    </a:cubicBezTo>
                    <a:cubicBezTo>
                      <a:pt x="175" y="103"/>
                      <a:pt x="175" y="103"/>
                      <a:pt x="175" y="103"/>
                    </a:cubicBezTo>
                    <a:cubicBezTo>
                      <a:pt x="176" y="82"/>
                      <a:pt x="175" y="60"/>
                      <a:pt x="171" y="39"/>
                    </a:cubicBezTo>
                    <a:cubicBezTo>
                      <a:pt x="170" y="33"/>
                      <a:pt x="168" y="27"/>
                      <a:pt x="165" y="22"/>
                    </a:cubicBezTo>
                    <a:cubicBezTo>
                      <a:pt x="162" y="17"/>
                      <a:pt x="157" y="14"/>
                      <a:pt x="150" y="11"/>
                    </a:cubicBezTo>
                    <a:cubicBezTo>
                      <a:pt x="132" y="2"/>
                      <a:pt x="111" y="2"/>
                      <a:pt x="93" y="3"/>
                    </a:cubicBezTo>
                    <a:cubicBezTo>
                      <a:pt x="87" y="3"/>
                      <a:pt x="82" y="3"/>
                      <a:pt x="77" y="5"/>
                    </a:cubicBezTo>
                    <a:cubicBezTo>
                      <a:pt x="71" y="7"/>
                      <a:pt x="66" y="10"/>
                      <a:pt x="61" y="14"/>
                    </a:cubicBezTo>
                    <a:cubicBezTo>
                      <a:pt x="45" y="26"/>
                      <a:pt x="29" y="38"/>
                      <a:pt x="16" y="53"/>
                    </a:cubicBezTo>
                    <a:cubicBezTo>
                      <a:pt x="12" y="57"/>
                      <a:pt x="8" y="62"/>
                      <a:pt x="6" y="68"/>
                    </a:cubicBezTo>
                    <a:cubicBezTo>
                      <a:pt x="3" y="76"/>
                      <a:pt x="3" y="85"/>
                      <a:pt x="3" y="93"/>
                    </a:cubicBezTo>
                    <a:cubicBezTo>
                      <a:pt x="3" y="104"/>
                      <a:pt x="3" y="104"/>
                      <a:pt x="3" y="104"/>
                    </a:cubicBezTo>
                    <a:lnTo>
                      <a:pt x="1" y="1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8479617" y="3244281"/>
                <a:ext cx="409338" cy="243829"/>
              </a:xfrm>
              <a:custGeom>
                <a:avLst/>
                <a:gdLst/>
                <a:ahLst/>
                <a:cxnLst/>
                <a:rect l="l" t="t" r="r" b="b"/>
                <a:pathLst>
                  <a:path w="136" h="81" extrusionOk="0">
                    <a:moveTo>
                      <a:pt x="136" y="81"/>
                    </a:moveTo>
                    <a:cubicBezTo>
                      <a:pt x="134" y="81"/>
                      <a:pt x="134" y="81"/>
                      <a:pt x="134" y="81"/>
                    </a:cubicBezTo>
                    <a:cubicBezTo>
                      <a:pt x="134" y="69"/>
                      <a:pt x="133" y="57"/>
                      <a:pt x="131" y="45"/>
                    </a:cubicBezTo>
                    <a:cubicBezTo>
                      <a:pt x="130" y="42"/>
                      <a:pt x="129" y="38"/>
                      <a:pt x="128" y="34"/>
                    </a:cubicBezTo>
                    <a:cubicBezTo>
                      <a:pt x="126" y="31"/>
                      <a:pt x="123" y="27"/>
                      <a:pt x="121" y="24"/>
                    </a:cubicBezTo>
                    <a:cubicBezTo>
                      <a:pt x="116" y="17"/>
                      <a:pt x="110" y="10"/>
                      <a:pt x="103" y="6"/>
                    </a:cubicBezTo>
                    <a:cubicBezTo>
                      <a:pt x="95" y="2"/>
                      <a:pt x="86" y="2"/>
                      <a:pt x="78" y="2"/>
                    </a:cubicBezTo>
                    <a:cubicBezTo>
                      <a:pt x="69" y="2"/>
                      <a:pt x="59" y="3"/>
                      <a:pt x="50" y="4"/>
                    </a:cubicBezTo>
                    <a:cubicBezTo>
                      <a:pt x="45" y="5"/>
                      <a:pt x="41" y="6"/>
                      <a:pt x="37" y="8"/>
                    </a:cubicBezTo>
                    <a:cubicBezTo>
                      <a:pt x="34" y="9"/>
                      <a:pt x="31" y="11"/>
                      <a:pt x="28" y="14"/>
                    </a:cubicBezTo>
                    <a:cubicBezTo>
                      <a:pt x="19" y="21"/>
                      <a:pt x="11" y="30"/>
                      <a:pt x="5" y="40"/>
                    </a:cubicBezTo>
                    <a:cubicBezTo>
                      <a:pt x="4" y="42"/>
                      <a:pt x="3" y="44"/>
                      <a:pt x="3" y="46"/>
                    </a:cubicBezTo>
                    <a:cubicBezTo>
                      <a:pt x="2" y="48"/>
                      <a:pt x="2" y="51"/>
                      <a:pt x="2" y="54"/>
                    </a:cubicBezTo>
                    <a:cubicBezTo>
                      <a:pt x="2" y="62"/>
                      <a:pt x="3" y="70"/>
                      <a:pt x="4" y="78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1" y="70"/>
                      <a:pt x="0" y="62"/>
                      <a:pt x="0" y="54"/>
                    </a:cubicBezTo>
                    <a:cubicBezTo>
                      <a:pt x="0" y="51"/>
                      <a:pt x="0" y="48"/>
                      <a:pt x="1" y="45"/>
                    </a:cubicBezTo>
                    <a:cubicBezTo>
                      <a:pt x="1" y="43"/>
                      <a:pt x="2" y="41"/>
                      <a:pt x="4" y="39"/>
                    </a:cubicBezTo>
                    <a:cubicBezTo>
                      <a:pt x="10" y="28"/>
                      <a:pt x="17" y="19"/>
                      <a:pt x="27" y="12"/>
                    </a:cubicBezTo>
                    <a:cubicBezTo>
                      <a:pt x="30" y="9"/>
                      <a:pt x="33" y="7"/>
                      <a:pt x="36" y="6"/>
                    </a:cubicBezTo>
                    <a:cubicBezTo>
                      <a:pt x="40" y="4"/>
                      <a:pt x="45" y="3"/>
                      <a:pt x="50" y="2"/>
                    </a:cubicBezTo>
                    <a:cubicBezTo>
                      <a:pt x="59" y="1"/>
                      <a:pt x="68" y="0"/>
                      <a:pt x="78" y="0"/>
                    </a:cubicBezTo>
                    <a:cubicBezTo>
                      <a:pt x="86" y="0"/>
                      <a:pt x="96" y="0"/>
                      <a:pt x="104" y="4"/>
                    </a:cubicBezTo>
                    <a:cubicBezTo>
                      <a:pt x="112" y="9"/>
                      <a:pt x="117" y="16"/>
                      <a:pt x="122" y="23"/>
                    </a:cubicBezTo>
                    <a:cubicBezTo>
                      <a:pt x="125" y="26"/>
                      <a:pt x="128" y="30"/>
                      <a:pt x="130" y="34"/>
                    </a:cubicBezTo>
                    <a:cubicBezTo>
                      <a:pt x="131" y="37"/>
                      <a:pt x="132" y="41"/>
                      <a:pt x="133" y="45"/>
                    </a:cubicBezTo>
                    <a:cubicBezTo>
                      <a:pt x="135" y="57"/>
                      <a:pt x="136" y="69"/>
                      <a:pt x="136" y="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8540205" y="3298958"/>
                <a:ext cx="311806" cy="180286"/>
              </a:xfrm>
              <a:custGeom>
                <a:avLst/>
                <a:gdLst/>
                <a:ahLst/>
                <a:cxnLst/>
                <a:rect l="l" t="t" r="r" b="b"/>
                <a:pathLst>
                  <a:path w="104" h="60" extrusionOk="0">
                    <a:moveTo>
                      <a:pt x="0" y="60"/>
                    </a:moveTo>
                    <a:cubicBezTo>
                      <a:pt x="0" y="55"/>
                      <a:pt x="1" y="51"/>
                      <a:pt x="2" y="4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3"/>
                      <a:pt x="7" y="30"/>
                      <a:pt x="8" y="27"/>
                    </a:cubicBezTo>
                    <a:cubicBezTo>
                      <a:pt x="11" y="20"/>
                      <a:pt x="18" y="14"/>
                      <a:pt x="26" y="10"/>
                    </a:cubicBezTo>
                    <a:cubicBezTo>
                      <a:pt x="33" y="6"/>
                      <a:pt x="41" y="4"/>
                      <a:pt x="49" y="2"/>
                    </a:cubicBezTo>
                    <a:cubicBezTo>
                      <a:pt x="57" y="1"/>
                      <a:pt x="66" y="0"/>
                      <a:pt x="74" y="2"/>
                    </a:cubicBezTo>
                    <a:cubicBezTo>
                      <a:pt x="78" y="4"/>
                      <a:pt x="82" y="6"/>
                      <a:pt x="85" y="9"/>
                    </a:cubicBezTo>
                    <a:cubicBezTo>
                      <a:pt x="87" y="10"/>
                      <a:pt x="90" y="12"/>
                      <a:pt x="93" y="14"/>
                    </a:cubicBezTo>
                    <a:cubicBezTo>
                      <a:pt x="94" y="15"/>
                      <a:pt x="95" y="16"/>
                      <a:pt x="95" y="17"/>
                    </a:cubicBezTo>
                    <a:cubicBezTo>
                      <a:pt x="96" y="18"/>
                      <a:pt x="97" y="19"/>
                      <a:pt x="97" y="20"/>
                    </a:cubicBezTo>
                    <a:cubicBezTo>
                      <a:pt x="102" y="33"/>
                      <a:pt x="104" y="47"/>
                      <a:pt x="104" y="60"/>
                    </a:cubicBezTo>
                    <a:cubicBezTo>
                      <a:pt x="102" y="60"/>
                      <a:pt x="102" y="60"/>
                      <a:pt x="102" y="60"/>
                    </a:cubicBezTo>
                    <a:cubicBezTo>
                      <a:pt x="102" y="47"/>
                      <a:pt x="100" y="34"/>
                      <a:pt x="95" y="21"/>
                    </a:cubicBezTo>
                    <a:cubicBezTo>
                      <a:pt x="95" y="20"/>
                      <a:pt x="95" y="19"/>
                      <a:pt x="94" y="18"/>
                    </a:cubicBezTo>
                    <a:cubicBezTo>
                      <a:pt x="93" y="17"/>
                      <a:pt x="92" y="16"/>
                      <a:pt x="91" y="16"/>
                    </a:cubicBezTo>
                    <a:cubicBezTo>
                      <a:pt x="89" y="14"/>
                      <a:pt x="86" y="12"/>
                      <a:pt x="84" y="10"/>
                    </a:cubicBezTo>
                    <a:cubicBezTo>
                      <a:pt x="81" y="8"/>
                      <a:pt x="77" y="6"/>
                      <a:pt x="73" y="4"/>
                    </a:cubicBezTo>
                    <a:cubicBezTo>
                      <a:pt x="65" y="2"/>
                      <a:pt x="57" y="3"/>
                      <a:pt x="50" y="4"/>
                    </a:cubicBezTo>
                    <a:cubicBezTo>
                      <a:pt x="42" y="6"/>
                      <a:pt x="34" y="8"/>
                      <a:pt x="27" y="12"/>
                    </a:cubicBezTo>
                    <a:cubicBezTo>
                      <a:pt x="19" y="16"/>
                      <a:pt x="13" y="21"/>
                      <a:pt x="10" y="28"/>
                    </a:cubicBezTo>
                    <a:cubicBezTo>
                      <a:pt x="9" y="31"/>
                      <a:pt x="8" y="34"/>
                      <a:pt x="7" y="36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3" y="51"/>
                      <a:pt x="2" y="56"/>
                      <a:pt x="2" y="60"/>
                    </a:cubicBezTo>
                    <a:lnTo>
                      <a:pt x="0" y="6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8594882" y="3363979"/>
                <a:ext cx="212797" cy="115265"/>
              </a:xfrm>
              <a:custGeom>
                <a:avLst/>
                <a:gdLst/>
                <a:ahLst/>
                <a:cxnLst/>
                <a:rect l="l" t="t" r="r" b="b"/>
                <a:pathLst>
                  <a:path w="71" h="38" extrusionOk="0">
                    <a:moveTo>
                      <a:pt x="69" y="38"/>
                    </a:moveTo>
                    <a:cubicBezTo>
                      <a:pt x="68" y="32"/>
                      <a:pt x="67" y="26"/>
                      <a:pt x="65" y="20"/>
                    </a:cubicBezTo>
                    <a:cubicBezTo>
                      <a:pt x="64" y="18"/>
                      <a:pt x="63" y="15"/>
                      <a:pt x="62" y="13"/>
                    </a:cubicBezTo>
                    <a:cubicBezTo>
                      <a:pt x="60" y="11"/>
                      <a:pt x="57" y="8"/>
                      <a:pt x="53" y="6"/>
                    </a:cubicBezTo>
                    <a:cubicBezTo>
                      <a:pt x="49" y="4"/>
                      <a:pt x="46" y="3"/>
                      <a:pt x="43" y="3"/>
                    </a:cubicBezTo>
                    <a:cubicBezTo>
                      <a:pt x="36" y="2"/>
                      <a:pt x="30" y="4"/>
                      <a:pt x="25" y="6"/>
                    </a:cubicBezTo>
                    <a:cubicBezTo>
                      <a:pt x="20" y="9"/>
                      <a:pt x="15" y="13"/>
                      <a:pt x="10" y="17"/>
                    </a:cubicBezTo>
                    <a:cubicBezTo>
                      <a:pt x="8" y="19"/>
                      <a:pt x="6" y="21"/>
                      <a:pt x="5" y="23"/>
                    </a:cubicBezTo>
                    <a:cubicBezTo>
                      <a:pt x="2" y="27"/>
                      <a:pt x="2" y="33"/>
                      <a:pt x="2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3"/>
                      <a:pt x="0" y="26"/>
                      <a:pt x="3" y="22"/>
                    </a:cubicBezTo>
                    <a:cubicBezTo>
                      <a:pt x="5" y="19"/>
                      <a:pt x="7" y="17"/>
                      <a:pt x="9" y="16"/>
                    </a:cubicBezTo>
                    <a:cubicBezTo>
                      <a:pt x="14" y="12"/>
                      <a:pt x="19" y="8"/>
                      <a:pt x="24" y="5"/>
                    </a:cubicBezTo>
                    <a:cubicBezTo>
                      <a:pt x="31" y="1"/>
                      <a:pt x="37" y="0"/>
                      <a:pt x="43" y="1"/>
                    </a:cubicBezTo>
                    <a:cubicBezTo>
                      <a:pt x="47" y="1"/>
                      <a:pt x="50" y="2"/>
                      <a:pt x="54" y="4"/>
                    </a:cubicBezTo>
                    <a:cubicBezTo>
                      <a:pt x="58" y="7"/>
                      <a:pt x="61" y="9"/>
                      <a:pt x="63" y="12"/>
                    </a:cubicBezTo>
                    <a:cubicBezTo>
                      <a:pt x="65" y="14"/>
                      <a:pt x="66" y="17"/>
                      <a:pt x="67" y="19"/>
                    </a:cubicBezTo>
                    <a:cubicBezTo>
                      <a:pt x="69" y="25"/>
                      <a:pt x="70" y="31"/>
                      <a:pt x="71" y="38"/>
                    </a:cubicBezTo>
                    <a:lnTo>
                      <a:pt x="69" y="3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8507695" y="3267925"/>
                <a:ext cx="365005" cy="22018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20" y="73"/>
                    </a:moveTo>
                    <a:cubicBezTo>
                      <a:pt x="119" y="64"/>
                      <a:pt x="119" y="55"/>
                      <a:pt x="118" y="47"/>
                    </a:cubicBezTo>
                    <a:cubicBezTo>
                      <a:pt x="117" y="43"/>
                      <a:pt x="117" y="39"/>
                      <a:pt x="115" y="36"/>
                    </a:cubicBezTo>
                    <a:cubicBezTo>
                      <a:pt x="115" y="33"/>
                      <a:pt x="113" y="31"/>
                      <a:pt x="112" y="28"/>
                    </a:cubicBezTo>
                    <a:cubicBezTo>
                      <a:pt x="107" y="20"/>
                      <a:pt x="101" y="14"/>
                      <a:pt x="94" y="8"/>
                    </a:cubicBezTo>
                    <a:cubicBezTo>
                      <a:pt x="93" y="7"/>
                      <a:pt x="92" y="6"/>
                      <a:pt x="91" y="6"/>
                    </a:cubicBezTo>
                    <a:cubicBezTo>
                      <a:pt x="89" y="5"/>
                      <a:pt x="87" y="4"/>
                      <a:pt x="86" y="4"/>
                    </a:cubicBezTo>
                    <a:cubicBezTo>
                      <a:pt x="78" y="3"/>
                      <a:pt x="70" y="3"/>
                      <a:pt x="63" y="2"/>
                    </a:cubicBezTo>
                    <a:cubicBezTo>
                      <a:pt x="56" y="2"/>
                      <a:pt x="48" y="2"/>
                      <a:pt x="41" y="5"/>
                    </a:cubicBezTo>
                    <a:cubicBezTo>
                      <a:pt x="25" y="10"/>
                      <a:pt x="14" y="24"/>
                      <a:pt x="6" y="36"/>
                    </a:cubicBezTo>
                    <a:cubicBezTo>
                      <a:pt x="5" y="39"/>
                      <a:pt x="4" y="41"/>
                      <a:pt x="3" y="43"/>
                    </a:cubicBezTo>
                    <a:cubicBezTo>
                      <a:pt x="2" y="45"/>
                      <a:pt x="2" y="48"/>
                      <a:pt x="2" y="50"/>
                    </a:cubicBezTo>
                    <a:cubicBezTo>
                      <a:pt x="2" y="57"/>
                      <a:pt x="2" y="64"/>
                      <a:pt x="2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65"/>
                      <a:pt x="0" y="57"/>
                      <a:pt x="0" y="50"/>
                    </a:cubicBezTo>
                    <a:cubicBezTo>
                      <a:pt x="0" y="48"/>
                      <a:pt x="0" y="45"/>
                      <a:pt x="1" y="43"/>
                    </a:cubicBezTo>
                    <a:cubicBezTo>
                      <a:pt x="2" y="40"/>
                      <a:pt x="3" y="38"/>
                      <a:pt x="5" y="35"/>
                    </a:cubicBezTo>
                    <a:cubicBezTo>
                      <a:pt x="13" y="23"/>
                      <a:pt x="24" y="8"/>
                      <a:pt x="40" y="3"/>
                    </a:cubicBezTo>
                    <a:cubicBezTo>
                      <a:pt x="48" y="0"/>
                      <a:pt x="56" y="0"/>
                      <a:pt x="63" y="0"/>
                    </a:cubicBezTo>
                    <a:cubicBezTo>
                      <a:pt x="70" y="1"/>
                      <a:pt x="78" y="1"/>
                      <a:pt x="86" y="2"/>
                    </a:cubicBezTo>
                    <a:cubicBezTo>
                      <a:pt x="88" y="3"/>
                      <a:pt x="90" y="3"/>
                      <a:pt x="92" y="4"/>
                    </a:cubicBezTo>
                    <a:cubicBezTo>
                      <a:pt x="93" y="4"/>
                      <a:pt x="94" y="5"/>
                      <a:pt x="95" y="6"/>
                    </a:cubicBezTo>
                    <a:cubicBezTo>
                      <a:pt x="102" y="12"/>
                      <a:pt x="108" y="19"/>
                      <a:pt x="113" y="27"/>
                    </a:cubicBezTo>
                    <a:cubicBezTo>
                      <a:pt x="115" y="30"/>
                      <a:pt x="116" y="33"/>
                      <a:pt x="117" y="35"/>
                    </a:cubicBezTo>
                    <a:cubicBezTo>
                      <a:pt x="119" y="39"/>
                      <a:pt x="119" y="43"/>
                      <a:pt x="120" y="46"/>
                    </a:cubicBezTo>
                    <a:cubicBezTo>
                      <a:pt x="121" y="55"/>
                      <a:pt x="121" y="64"/>
                      <a:pt x="122" y="73"/>
                    </a:cubicBezTo>
                    <a:lnTo>
                      <a:pt x="120" y="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8383563" y="3139360"/>
                <a:ext cx="582235" cy="351706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7" extrusionOk="0">
                    <a:moveTo>
                      <a:pt x="192" y="117"/>
                    </a:moveTo>
                    <a:cubicBezTo>
                      <a:pt x="191" y="94"/>
                      <a:pt x="190" y="70"/>
                      <a:pt x="185" y="47"/>
                    </a:cubicBezTo>
                    <a:cubicBezTo>
                      <a:pt x="183" y="41"/>
                      <a:pt x="182" y="35"/>
                      <a:pt x="179" y="29"/>
                    </a:cubicBezTo>
                    <a:cubicBezTo>
                      <a:pt x="173" y="19"/>
                      <a:pt x="162" y="11"/>
                      <a:pt x="148" y="7"/>
                    </a:cubicBezTo>
                    <a:cubicBezTo>
                      <a:pt x="136" y="3"/>
                      <a:pt x="124" y="3"/>
                      <a:pt x="110" y="2"/>
                    </a:cubicBezTo>
                    <a:cubicBezTo>
                      <a:pt x="103" y="2"/>
                      <a:pt x="94" y="2"/>
                      <a:pt x="87" y="5"/>
                    </a:cubicBezTo>
                    <a:cubicBezTo>
                      <a:pt x="82" y="7"/>
                      <a:pt x="77" y="10"/>
                      <a:pt x="73" y="13"/>
                    </a:cubicBezTo>
                    <a:cubicBezTo>
                      <a:pt x="65" y="19"/>
                      <a:pt x="56" y="25"/>
                      <a:pt x="47" y="32"/>
                    </a:cubicBezTo>
                    <a:cubicBezTo>
                      <a:pt x="37" y="39"/>
                      <a:pt x="27" y="46"/>
                      <a:pt x="18" y="55"/>
                    </a:cubicBezTo>
                    <a:cubicBezTo>
                      <a:pt x="12" y="61"/>
                      <a:pt x="8" y="67"/>
                      <a:pt x="6" y="72"/>
                    </a:cubicBezTo>
                    <a:cubicBezTo>
                      <a:pt x="3" y="80"/>
                      <a:pt x="3" y="89"/>
                      <a:pt x="3" y="97"/>
                    </a:cubicBezTo>
                    <a:cubicBezTo>
                      <a:pt x="2" y="116"/>
                      <a:pt x="2" y="116"/>
                      <a:pt x="2" y="116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1" y="89"/>
                      <a:pt x="1" y="80"/>
                      <a:pt x="4" y="72"/>
                    </a:cubicBezTo>
                    <a:cubicBezTo>
                      <a:pt x="7" y="66"/>
                      <a:pt x="11" y="60"/>
                      <a:pt x="17" y="53"/>
                    </a:cubicBezTo>
                    <a:cubicBezTo>
                      <a:pt x="26" y="45"/>
                      <a:pt x="35" y="37"/>
                      <a:pt x="45" y="30"/>
                    </a:cubicBezTo>
                    <a:cubicBezTo>
                      <a:pt x="54" y="24"/>
                      <a:pt x="64" y="17"/>
                      <a:pt x="72" y="11"/>
                    </a:cubicBezTo>
                    <a:cubicBezTo>
                      <a:pt x="76" y="8"/>
                      <a:pt x="81" y="5"/>
                      <a:pt x="86" y="3"/>
                    </a:cubicBezTo>
                    <a:cubicBezTo>
                      <a:pt x="94" y="0"/>
                      <a:pt x="102" y="0"/>
                      <a:pt x="110" y="0"/>
                    </a:cubicBezTo>
                    <a:cubicBezTo>
                      <a:pt x="124" y="1"/>
                      <a:pt x="137" y="1"/>
                      <a:pt x="149" y="5"/>
                    </a:cubicBezTo>
                    <a:cubicBezTo>
                      <a:pt x="163" y="9"/>
                      <a:pt x="174" y="17"/>
                      <a:pt x="180" y="28"/>
                    </a:cubicBezTo>
                    <a:cubicBezTo>
                      <a:pt x="184" y="34"/>
                      <a:pt x="185" y="41"/>
                      <a:pt x="187" y="47"/>
                    </a:cubicBezTo>
                    <a:cubicBezTo>
                      <a:pt x="192" y="70"/>
                      <a:pt x="193" y="94"/>
                      <a:pt x="194" y="117"/>
                    </a:cubicBezTo>
                    <a:lnTo>
                      <a:pt x="192" y="1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8324453" y="3052173"/>
                <a:ext cx="707844" cy="438893"/>
              </a:xfrm>
              <a:custGeom>
                <a:avLst/>
                <a:gdLst/>
                <a:ahLst/>
                <a:cxnLst/>
                <a:rect l="l" t="t" r="r" b="b"/>
                <a:pathLst>
                  <a:path w="236" h="146" extrusionOk="0">
                    <a:moveTo>
                      <a:pt x="2" y="146"/>
                    </a:moveTo>
                    <a:cubicBezTo>
                      <a:pt x="0" y="146"/>
                      <a:pt x="0" y="146"/>
                      <a:pt x="0" y="146"/>
                    </a:cubicBezTo>
                    <a:cubicBezTo>
                      <a:pt x="0" y="127"/>
                      <a:pt x="2" y="108"/>
                      <a:pt x="4" y="89"/>
                    </a:cubicBezTo>
                    <a:cubicBezTo>
                      <a:pt x="4" y="83"/>
                      <a:pt x="5" y="77"/>
                      <a:pt x="7" y="72"/>
                    </a:cubicBezTo>
                    <a:cubicBezTo>
                      <a:pt x="11" y="57"/>
                      <a:pt x="24" y="44"/>
                      <a:pt x="41" y="34"/>
                    </a:cubicBezTo>
                    <a:cubicBezTo>
                      <a:pt x="53" y="28"/>
                      <a:pt x="66" y="24"/>
                      <a:pt x="78" y="20"/>
                    </a:cubicBezTo>
                    <a:cubicBezTo>
                      <a:pt x="82" y="19"/>
                      <a:pt x="86" y="18"/>
                      <a:pt x="90" y="17"/>
                    </a:cubicBezTo>
                    <a:cubicBezTo>
                      <a:pt x="93" y="15"/>
                      <a:pt x="97" y="14"/>
                      <a:pt x="100" y="13"/>
                    </a:cubicBezTo>
                    <a:cubicBezTo>
                      <a:pt x="112" y="9"/>
                      <a:pt x="124" y="5"/>
                      <a:pt x="136" y="3"/>
                    </a:cubicBezTo>
                    <a:cubicBezTo>
                      <a:pt x="149" y="0"/>
                      <a:pt x="168" y="0"/>
                      <a:pt x="183" y="10"/>
                    </a:cubicBezTo>
                    <a:cubicBezTo>
                      <a:pt x="189" y="14"/>
                      <a:pt x="195" y="19"/>
                      <a:pt x="200" y="24"/>
                    </a:cubicBezTo>
                    <a:cubicBezTo>
                      <a:pt x="209" y="34"/>
                      <a:pt x="219" y="44"/>
                      <a:pt x="225" y="56"/>
                    </a:cubicBezTo>
                    <a:cubicBezTo>
                      <a:pt x="232" y="72"/>
                      <a:pt x="232" y="89"/>
                      <a:pt x="232" y="105"/>
                    </a:cubicBezTo>
                    <a:cubicBezTo>
                      <a:pt x="233" y="118"/>
                      <a:pt x="233" y="131"/>
                      <a:pt x="236" y="143"/>
                    </a:cubicBezTo>
                    <a:cubicBezTo>
                      <a:pt x="234" y="144"/>
                      <a:pt x="234" y="144"/>
                      <a:pt x="234" y="144"/>
                    </a:cubicBezTo>
                    <a:cubicBezTo>
                      <a:pt x="231" y="131"/>
                      <a:pt x="231" y="118"/>
                      <a:pt x="230" y="106"/>
                    </a:cubicBezTo>
                    <a:cubicBezTo>
                      <a:pt x="230" y="89"/>
                      <a:pt x="230" y="72"/>
                      <a:pt x="223" y="57"/>
                    </a:cubicBezTo>
                    <a:cubicBezTo>
                      <a:pt x="217" y="45"/>
                      <a:pt x="208" y="35"/>
                      <a:pt x="198" y="26"/>
                    </a:cubicBezTo>
                    <a:cubicBezTo>
                      <a:pt x="193" y="21"/>
                      <a:pt x="188" y="15"/>
                      <a:pt x="182" y="11"/>
                    </a:cubicBezTo>
                    <a:cubicBezTo>
                      <a:pt x="167" y="2"/>
                      <a:pt x="149" y="2"/>
                      <a:pt x="136" y="4"/>
                    </a:cubicBezTo>
                    <a:cubicBezTo>
                      <a:pt x="124" y="7"/>
                      <a:pt x="112" y="11"/>
                      <a:pt x="101" y="15"/>
                    </a:cubicBezTo>
                    <a:cubicBezTo>
                      <a:pt x="97" y="16"/>
                      <a:pt x="94" y="17"/>
                      <a:pt x="90" y="18"/>
                    </a:cubicBezTo>
                    <a:cubicBezTo>
                      <a:pt x="86" y="20"/>
                      <a:pt x="83" y="21"/>
                      <a:pt x="79" y="22"/>
                    </a:cubicBezTo>
                    <a:cubicBezTo>
                      <a:pt x="66" y="26"/>
                      <a:pt x="54" y="30"/>
                      <a:pt x="42" y="36"/>
                    </a:cubicBezTo>
                    <a:cubicBezTo>
                      <a:pt x="25" y="45"/>
                      <a:pt x="13" y="58"/>
                      <a:pt x="9" y="72"/>
                    </a:cubicBezTo>
                    <a:cubicBezTo>
                      <a:pt x="7" y="78"/>
                      <a:pt x="6" y="83"/>
                      <a:pt x="6" y="89"/>
                    </a:cubicBezTo>
                    <a:cubicBezTo>
                      <a:pt x="4" y="108"/>
                      <a:pt x="2" y="127"/>
                      <a:pt x="2" y="1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105" name="Google Shape;10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2571750"/>
            <a:ext cx="326100" cy="256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grpSp>
        <p:nvGrpSpPr>
          <p:cNvPr id="108" name="Google Shape;108;p7"/>
          <p:cNvGrpSpPr/>
          <p:nvPr/>
        </p:nvGrpSpPr>
        <p:grpSpPr>
          <a:xfrm rot="10800000" flipH="1">
            <a:off x="210686" y="-39571"/>
            <a:ext cx="1008842" cy="572682"/>
            <a:chOff x="8278643" y="3013751"/>
            <a:chExt cx="840842" cy="477315"/>
          </a:xfrm>
        </p:grpSpPr>
        <p:sp>
          <p:nvSpPr>
            <p:cNvPr id="109" name="Google Shape;109;p7"/>
            <p:cNvSpPr/>
            <p:nvPr/>
          </p:nvSpPr>
          <p:spPr>
            <a:xfrm>
              <a:off x="8278643" y="3013751"/>
              <a:ext cx="840842" cy="477314"/>
            </a:xfrm>
            <a:custGeom>
              <a:avLst/>
              <a:gdLst/>
              <a:ahLst/>
              <a:cxnLst/>
              <a:rect l="l" t="t" r="r" b="b"/>
              <a:pathLst>
                <a:path w="280" h="159" extrusionOk="0">
                  <a:moveTo>
                    <a:pt x="0" y="159"/>
                  </a:moveTo>
                  <a:cubicBezTo>
                    <a:pt x="0" y="141"/>
                    <a:pt x="4" y="114"/>
                    <a:pt x="8" y="97"/>
                  </a:cubicBezTo>
                  <a:cubicBezTo>
                    <a:pt x="11" y="83"/>
                    <a:pt x="14" y="68"/>
                    <a:pt x="23" y="57"/>
                  </a:cubicBezTo>
                  <a:cubicBezTo>
                    <a:pt x="34" y="42"/>
                    <a:pt x="51" y="33"/>
                    <a:pt x="67" y="26"/>
                  </a:cubicBezTo>
                  <a:cubicBezTo>
                    <a:pt x="85" y="17"/>
                    <a:pt x="105" y="9"/>
                    <a:pt x="125" y="5"/>
                  </a:cubicBezTo>
                  <a:cubicBezTo>
                    <a:pt x="148" y="0"/>
                    <a:pt x="169" y="1"/>
                    <a:pt x="187" y="7"/>
                  </a:cubicBezTo>
                  <a:cubicBezTo>
                    <a:pt x="195" y="9"/>
                    <a:pt x="204" y="14"/>
                    <a:pt x="215" y="20"/>
                  </a:cubicBezTo>
                  <a:cubicBezTo>
                    <a:pt x="221" y="24"/>
                    <a:pt x="229" y="29"/>
                    <a:pt x="235" y="35"/>
                  </a:cubicBezTo>
                  <a:cubicBezTo>
                    <a:pt x="248" y="48"/>
                    <a:pt x="256" y="65"/>
                    <a:pt x="263" y="83"/>
                  </a:cubicBezTo>
                  <a:cubicBezTo>
                    <a:pt x="274" y="114"/>
                    <a:pt x="280" y="138"/>
                    <a:pt x="280" y="155"/>
                  </a:cubicBezTo>
                  <a:cubicBezTo>
                    <a:pt x="278" y="155"/>
                    <a:pt x="278" y="155"/>
                    <a:pt x="278" y="155"/>
                  </a:cubicBezTo>
                  <a:cubicBezTo>
                    <a:pt x="278" y="138"/>
                    <a:pt x="272" y="115"/>
                    <a:pt x="261" y="84"/>
                  </a:cubicBezTo>
                  <a:cubicBezTo>
                    <a:pt x="254" y="66"/>
                    <a:pt x="247" y="49"/>
                    <a:pt x="233" y="36"/>
                  </a:cubicBezTo>
                  <a:cubicBezTo>
                    <a:pt x="227" y="30"/>
                    <a:pt x="220" y="26"/>
                    <a:pt x="214" y="22"/>
                  </a:cubicBezTo>
                  <a:cubicBezTo>
                    <a:pt x="203" y="15"/>
                    <a:pt x="195" y="11"/>
                    <a:pt x="186" y="8"/>
                  </a:cubicBezTo>
                  <a:cubicBezTo>
                    <a:pt x="168" y="3"/>
                    <a:pt x="148" y="2"/>
                    <a:pt x="126" y="7"/>
                  </a:cubicBezTo>
                  <a:cubicBezTo>
                    <a:pt x="105" y="11"/>
                    <a:pt x="86" y="19"/>
                    <a:pt x="68" y="27"/>
                  </a:cubicBezTo>
                  <a:cubicBezTo>
                    <a:pt x="52" y="35"/>
                    <a:pt x="35" y="43"/>
                    <a:pt x="25" y="58"/>
                  </a:cubicBezTo>
                  <a:cubicBezTo>
                    <a:pt x="16" y="69"/>
                    <a:pt x="13" y="84"/>
                    <a:pt x="10" y="97"/>
                  </a:cubicBezTo>
                  <a:cubicBezTo>
                    <a:pt x="6" y="114"/>
                    <a:pt x="2" y="141"/>
                    <a:pt x="2" y="159"/>
                  </a:cubicBezTo>
                  <a:lnTo>
                    <a:pt x="0" y="1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8356964" y="3081728"/>
              <a:ext cx="660556" cy="409338"/>
            </a:xfrm>
            <a:custGeom>
              <a:avLst/>
              <a:gdLst/>
              <a:ahLst/>
              <a:cxnLst/>
              <a:rect l="l" t="t" r="r" b="b"/>
              <a:pathLst>
                <a:path w="220" h="136" extrusionOk="0">
                  <a:moveTo>
                    <a:pt x="3" y="136"/>
                  </a:moveTo>
                  <a:cubicBezTo>
                    <a:pt x="2" y="119"/>
                    <a:pt x="0" y="99"/>
                    <a:pt x="8" y="82"/>
                  </a:cubicBezTo>
                  <a:cubicBezTo>
                    <a:pt x="13" y="69"/>
                    <a:pt x="23" y="59"/>
                    <a:pt x="32" y="50"/>
                  </a:cubicBezTo>
                  <a:cubicBezTo>
                    <a:pt x="52" y="31"/>
                    <a:pt x="70" y="19"/>
                    <a:pt x="88" y="12"/>
                  </a:cubicBezTo>
                  <a:cubicBezTo>
                    <a:pt x="96" y="9"/>
                    <a:pt x="106" y="6"/>
                    <a:pt x="118" y="4"/>
                  </a:cubicBezTo>
                  <a:cubicBezTo>
                    <a:pt x="127" y="2"/>
                    <a:pt x="138" y="0"/>
                    <a:pt x="148" y="2"/>
                  </a:cubicBezTo>
                  <a:cubicBezTo>
                    <a:pt x="167" y="4"/>
                    <a:pt x="185" y="17"/>
                    <a:pt x="197" y="36"/>
                  </a:cubicBezTo>
                  <a:cubicBezTo>
                    <a:pt x="207" y="51"/>
                    <a:pt x="213" y="69"/>
                    <a:pt x="216" y="94"/>
                  </a:cubicBezTo>
                  <a:cubicBezTo>
                    <a:pt x="219" y="110"/>
                    <a:pt x="220" y="122"/>
                    <a:pt x="219" y="133"/>
                  </a:cubicBezTo>
                  <a:cubicBezTo>
                    <a:pt x="217" y="133"/>
                    <a:pt x="217" y="133"/>
                    <a:pt x="217" y="133"/>
                  </a:cubicBezTo>
                  <a:cubicBezTo>
                    <a:pt x="218" y="122"/>
                    <a:pt x="217" y="110"/>
                    <a:pt x="214" y="95"/>
                  </a:cubicBezTo>
                  <a:cubicBezTo>
                    <a:pt x="211" y="70"/>
                    <a:pt x="205" y="52"/>
                    <a:pt x="196" y="37"/>
                  </a:cubicBezTo>
                  <a:cubicBezTo>
                    <a:pt x="184" y="19"/>
                    <a:pt x="166" y="6"/>
                    <a:pt x="148" y="4"/>
                  </a:cubicBezTo>
                  <a:cubicBezTo>
                    <a:pt x="138" y="2"/>
                    <a:pt x="127" y="4"/>
                    <a:pt x="118" y="6"/>
                  </a:cubicBezTo>
                  <a:cubicBezTo>
                    <a:pt x="106" y="8"/>
                    <a:pt x="97" y="11"/>
                    <a:pt x="88" y="14"/>
                  </a:cubicBezTo>
                  <a:cubicBezTo>
                    <a:pt x="71" y="21"/>
                    <a:pt x="53" y="33"/>
                    <a:pt x="34" y="51"/>
                  </a:cubicBezTo>
                  <a:cubicBezTo>
                    <a:pt x="24" y="60"/>
                    <a:pt x="15" y="70"/>
                    <a:pt x="10" y="83"/>
                  </a:cubicBezTo>
                  <a:cubicBezTo>
                    <a:pt x="2" y="100"/>
                    <a:pt x="4" y="119"/>
                    <a:pt x="5" y="136"/>
                  </a:cubicBezTo>
                  <a:lnTo>
                    <a:pt x="3" y="1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8414596" y="3174826"/>
              <a:ext cx="533469" cy="313284"/>
            </a:xfrm>
            <a:custGeom>
              <a:avLst/>
              <a:gdLst/>
              <a:ahLst/>
              <a:cxnLst/>
              <a:rect l="l" t="t" r="r" b="b"/>
              <a:pathLst>
                <a:path w="178" h="104" extrusionOk="0">
                  <a:moveTo>
                    <a:pt x="1" y="104"/>
                  </a:moveTo>
                  <a:cubicBezTo>
                    <a:pt x="1" y="93"/>
                    <a:pt x="1" y="93"/>
                    <a:pt x="1" y="93"/>
                  </a:cubicBezTo>
                  <a:cubicBezTo>
                    <a:pt x="1" y="85"/>
                    <a:pt x="0" y="75"/>
                    <a:pt x="4" y="67"/>
                  </a:cubicBezTo>
                  <a:cubicBezTo>
                    <a:pt x="6" y="61"/>
                    <a:pt x="10" y="56"/>
                    <a:pt x="14" y="51"/>
                  </a:cubicBezTo>
                  <a:cubicBezTo>
                    <a:pt x="27" y="36"/>
                    <a:pt x="44" y="24"/>
                    <a:pt x="60" y="12"/>
                  </a:cubicBezTo>
                  <a:cubicBezTo>
                    <a:pt x="65" y="9"/>
                    <a:pt x="70" y="5"/>
                    <a:pt x="76" y="3"/>
                  </a:cubicBezTo>
                  <a:cubicBezTo>
                    <a:pt x="81" y="1"/>
                    <a:pt x="87" y="1"/>
                    <a:pt x="93" y="1"/>
                  </a:cubicBezTo>
                  <a:cubicBezTo>
                    <a:pt x="111" y="0"/>
                    <a:pt x="132" y="0"/>
                    <a:pt x="151" y="9"/>
                  </a:cubicBezTo>
                  <a:cubicBezTo>
                    <a:pt x="158" y="12"/>
                    <a:pt x="163" y="16"/>
                    <a:pt x="166" y="20"/>
                  </a:cubicBezTo>
                  <a:cubicBezTo>
                    <a:pt x="170" y="26"/>
                    <a:pt x="172" y="32"/>
                    <a:pt x="173" y="38"/>
                  </a:cubicBezTo>
                  <a:cubicBezTo>
                    <a:pt x="177" y="60"/>
                    <a:pt x="178" y="82"/>
                    <a:pt x="177" y="103"/>
                  </a:cubicBezTo>
                  <a:cubicBezTo>
                    <a:pt x="175" y="103"/>
                    <a:pt x="175" y="103"/>
                    <a:pt x="175" y="103"/>
                  </a:cubicBezTo>
                  <a:cubicBezTo>
                    <a:pt x="176" y="82"/>
                    <a:pt x="175" y="60"/>
                    <a:pt x="171" y="39"/>
                  </a:cubicBezTo>
                  <a:cubicBezTo>
                    <a:pt x="170" y="33"/>
                    <a:pt x="168" y="27"/>
                    <a:pt x="165" y="22"/>
                  </a:cubicBezTo>
                  <a:cubicBezTo>
                    <a:pt x="162" y="17"/>
                    <a:pt x="157" y="14"/>
                    <a:pt x="150" y="11"/>
                  </a:cubicBezTo>
                  <a:cubicBezTo>
                    <a:pt x="132" y="2"/>
                    <a:pt x="111" y="2"/>
                    <a:pt x="93" y="3"/>
                  </a:cubicBezTo>
                  <a:cubicBezTo>
                    <a:pt x="87" y="3"/>
                    <a:pt x="82" y="3"/>
                    <a:pt x="77" y="5"/>
                  </a:cubicBezTo>
                  <a:cubicBezTo>
                    <a:pt x="71" y="7"/>
                    <a:pt x="66" y="10"/>
                    <a:pt x="61" y="14"/>
                  </a:cubicBezTo>
                  <a:cubicBezTo>
                    <a:pt x="45" y="26"/>
                    <a:pt x="29" y="38"/>
                    <a:pt x="16" y="53"/>
                  </a:cubicBezTo>
                  <a:cubicBezTo>
                    <a:pt x="12" y="57"/>
                    <a:pt x="8" y="62"/>
                    <a:pt x="6" y="68"/>
                  </a:cubicBezTo>
                  <a:cubicBezTo>
                    <a:pt x="3" y="76"/>
                    <a:pt x="3" y="85"/>
                    <a:pt x="3" y="93"/>
                  </a:cubicBezTo>
                  <a:cubicBezTo>
                    <a:pt x="3" y="104"/>
                    <a:pt x="3" y="104"/>
                    <a:pt x="3" y="104"/>
                  </a:cubicBezTo>
                  <a:lnTo>
                    <a:pt x="1" y="10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8479617" y="3244281"/>
              <a:ext cx="409338" cy="243829"/>
            </a:xfrm>
            <a:custGeom>
              <a:avLst/>
              <a:gdLst/>
              <a:ahLst/>
              <a:cxnLst/>
              <a:rect l="l" t="t" r="r" b="b"/>
              <a:pathLst>
                <a:path w="136" h="81" extrusionOk="0">
                  <a:moveTo>
                    <a:pt x="136" y="81"/>
                  </a:moveTo>
                  <a:cubicBezTo>
                    <a:pt x="134" y="81"/>
                    <a:pt x="134" y="81"/>
                    <a:pt x="134" y="81"/>
                  </a:cubicBezTo>
                  <a:cubicBezTo>
                    <a:pt x="134" y="69"/>
                    <a:pt x="133" y="57"/>
                    <a:pt x="131" y="45"/>
                  </a:cubicBezTo>
                  <a:cubicBezTo>
                    <a:pt x="130" y="42"/>
                    <a:pt x="129" y="38"/>
                    <a:pt x="128" y="34"/>
                  </a:cubicBezTo>
                  <a:cubicBezTo>
                    <a:pt x="126" y="31"/>
                    <a:pt x="123" y="27"/>
                    <a:pt x="121" y="24"/>
                  </a:cubicBezTo>
                  <a:cubicBezTo>
                    <a:pt x="116" y="17"/>
                    <a:pt x="110" y="10"/>
                    <a:pt x="103" y="6"/>
                  </a:cubicBezTo>
                  <a:cubicBezTo>
                    <a:pt x="95" y="2"/>
                    <a:pt x="86" y="2"/>
                    <a:pt x="78" y="2"/>
                  </a:cubicBezTo>
                  <a:cubicBezTo>
                    <a:pt x="69" y="2"/>
                    <a:pt x="59" y="3"/>
                    <a:pt x="50" y="4"/>
                  </a:cubicBezTo>
                  <a:cubicBezTo>
                    <a:pt x="45" y="5"/>
                    <a:pt x="41" y="6"/>
                    <a:pt x="37" y="8"/>
                  </a:cubicBezTo>
                  <a:cubicBezTo>
                    <a:pt x="34" y="9"/>
                    <a:pt x="31" y="11"/>
                    <a:pt x="28" y="14"/>
                  </a:cubicBezTo>
                  <a:cubicBezTo>
                    <a:pt x="19" y="21"/>
                    <a:pt x="11" y="30"/>
                    <a:pt x="5" y="40"/>
                  </a:cubicBezTo>
                  <a:cubicBezTo>
                    <a:pt x="4" y="42"/>
                    <a:pt x="3" y="44"/>
                    <a:pt x="3" y="46"/>
                  </a:cubicBezTo>
                  <a:cubicBezTo>
                    <a:pt x="2" y="48"/>
                    <a:pt x="2" y="51"/>
                    <a:pt x="2" y="54"/>
                  </a:cubicBezTo>
                  <a:cubicBezTo>
                    <a:pt x="2" y="62"/>
                    <a:pt x="3" y="70"/>
                    <a:pt x="4" y="78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1" y="70"/>
                    <a:pt x="0" y="62"/>
                    <a:pt x="0" y="54"/>
                  </a:cubicBezTo>
                  <a:cubicBezTo>
                    <a:pt x="0" y="51"/>
                    <a:pt x="0" y="48"/>
                    <a:pt x="1" y="45"/>
                  </a:cubicBezTo>
                  <a:cubicBezTo>
                    <a:pt x="1" y="43"/>
                    <a:pt x="2" y="41"/>
                    <a:pt x="4" y="39"/>
                  </a:cubicBezTo>
                  <a:cubicBezTo>
                    <a:pt x="10" y="28"/>
                    <a:pt x="17" y="19"/>
                    <a:pt x="27" y="12"/>
                  </a:cubicBezTo>
                  <a:cubicBezTo>
                    <a:pt x="30" y="9"/>
                    <a:pt x="33" y="7"/>
                    <a:pt x="36" y="6"/>
                  </a:cubicBezTo>
                  <a:cubicBezTo>
                    <a:pt x="40" y="4"/>
                    <a:pt x="45" y="3"/>
                    <a:pt x="50" y="2"/>
                  </a:cubicBezTo>
                  <a:cubicBezTo>
                    <a:pt x="59" y="1"/>
                    <a:pt x="68" y="0"/>
                    <a:pt x="78" y="0"/>
                  </a:cubicBezTo>
                  <a:cubicBezTo>
                    <a:pt x="86" y="0"/>
                    <a:pt x="96" y="0"/>
                    <a:pt x="104" y="4"/>
                  </a:cubicBezTo>
                  <a:cubicBezTo>
                    <a:pt x="112" y="9"/>
                    <a:pt x="117" y="16"/>
                    <a:pt x="122" y="23"/>
                  </a:cubicBezTo>
                  <a:cubicBezTo>
                    <a:pt x="125" y="26"/>
                    <a:pt x="128" y="30"/>
                    <a:pt x="130" y="34"/>
                  </a:cubicBezTo>
                  <a:cubicBezTo>
                    <a:pt x="131" y="37"/>
                    <a:pt x="132" y="41"/>
                    <a:pt x="133" y="45"/>
                  </a:cubicBezTo>
                  <a:cubicBezTo>
                    <a:pt x="135" y="57"/>
                    <a:pt x="136" y="69"/>
                    <a:pt x="136" y="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8540205" y="3298958"/>
              <a:ext cx="311806" cy="180286"/>
            </a:xfrm>
            <a:custGeom>
              <a:avLst/>
              <a:gdLst/>
              <a:ahLst/>
              <a:cxnLst/>
              <a:rect l="l" t="t" r="r" b="b"/>
              <a:pathLst>
                <a:path w="104" h="60" extrusionOk="0">
                  <a:moveTo>
                    <a:pt x="0" y="60"/>
                  </a:moveTo>
                  <a:cubicBezTo>
                    <a:pt x="0" y="55"/>
                    <a:pt x="1" y="51"/>
                    <a:pt x="2" y="4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3"/>
                    <a:pt x="7" y="30"/>
                    <a:pt x="8" y="27"/>
                  </a:cubicBezTo>
                  <a:cubicBezTo>
                    <a:pt x="11" y="20"/>
                    <a:pt x="18" y="14"/>
                    <a:pt x="26" y="10"/>
                  </a:cubicBezTo>
                  <a:cubicBezTo>
                    <a:pt x="33" y="6"/>
                    <a:pt x="41" y="4"/>
                    <a:pt x="49" y="2"/>
                  </a:cubicBezTo>
                  <a:cubicBezTo>
                    <a:pt x="57" y="1"/>
                    <a:pt x="66" y="0"/>
                    <a:pt x="74" y="2"/>
                  </a:cubicBezTo>
                  <a:cubicBezTo>
                    <a:pt x="78" y="4"/>
                    <a:pt x="82" y="6"/>
                    <a:pt x="85" y="9"/>
                  </a:cubicBezTo>
                  <a:cubicBezTo>
                    <a:pt x="87" y="10"/>
                    <a:pt x="90" y="12"/>
                    <a:pt x="93" y="14"/>
                  </a:cubicBezTo>
                  <a:cubicBezTo>
                    <a:pt x="94" y="15"/>
                    <a:pt x="95" y="16"/>
                    <a:pt x="95" y="17"/>
                  </a:cubicBezTo>
                  <a:cubicBezTo>
                    <a:pt x="96" y="18"/>
                    <a:pt x="97" y="19"/>
                    <a:pt x="97" y="20"/>
                  </a:cubicBezTo>
                  <a:cubicBezTo>
                    <a:pt x="102" y="33"/>
                    <a:pt x="104" y="47"/>
                    <a:pt x="104" y="60"/>
                  </a:cubicBezTo>
                  <a:cubicBezTo>
                    <a:pt x="102" y="60"/>
                    <a:pt x="102" y="60"/>
                    <a:pt x="102" y="60"/>
                  </a:cubicBezTo>
                  <a:cubicBezTo>
                    <a:pt x="102" y="47"/>
                    <a:pt x="100" y="34"/>
                    <a:pt x="95" y="21"/>
                  </a:cubicBezTo>
                  <a:cubicBezTo>
                    <a:pt x="95" y="20"/>
                    <a:pt x="95" y="19"/>
                    <a:pt x="94" y="18"/>
                  </a:cubicBezTo>
                  <a:cubicBezTo>
                    <a:pt x="93" y="17"/>
                    <a:pt x="92" y="16"/>
                    <a:pt x="91" y="16"/>
                  </a:cubicBezTo>
                  <a:cubicBezTo>
                    <a:pt x="89" y="14"/>
                    <a:pt x="86" y="12"/>
                    <a:pt x="84" y="10"/>
                  </a:cubicBezTo>
                  <a:cubicBezTo>
                    <a:pt x="81" y="8"/>
                    <a:pt x="77" y="6"/>
                    <a:pt x="73" y="4"/>
                  </a:cubicBezTo>
                  <a:cubicBezTo>
                    <a:pt x="65" y="2"/>
                    <a:pt x="57" y="3"/>
                    <a:pt x="50" y="4"/>
                  </a:cubicBezTo>
                  <a:cubicBezTo>
                    <a:pt x="42" y="6"/>
                    <a:pt x="34" y="8"/>
                    <a:pt x="27" y="12"/>
                  </a:cubicBezTo>
                  <a:cubicBezTo>
                    <a:pt x="19" y="16"/>
                    <a:pt x="13" y="21"/>
                    <a:pt x="10" y="28"/>
                  </a:cubicBezTo>
                  <a:cubicBezTo>
                    <a:pt x="9" y="31"/>
                    <a:pt x="8" y="34"/>
                    <a:pt x="7" y="36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3" y="51"/>
                    <a:pt x="2" y="56"/>
                    <a:pt x="2" y="60"/>
                  </a:cubicBezTo>
                  <a:lnTo>
                    <a:pt x="0" y="6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8594882" y="3363979"/>
              <a:ext cx="212797" cy="115265"/>
            </a:xfrm>
            <a:custGeom>
              <a:avLst/>
              <a:gdLst/>
              <a:ahLst/>
              <a:cxnLst/>
              <a:rect l="l" t="t" r="r" b="b"/>
              <a:pathLst>
                <a:path w="71" h="38" extrusionOk="0">
                  <a:moveTo>
                    <a:pt x="69" y="38"/>
                  </a:moveTo>
                  <a:cubicBezTo>
                    <a:pt x="68" y="32"/>
                    <a:pt x="67" y="26"/>
                    <a:pt x="65" y="20"/>
                  </a:cubicBezTo>
                  <a:cubicBezTo>
                    <a:pt x="64" y="18"/>
                    <a:pt x="63" y="15"/>
                    <a:pt x="62" y="13"/>
                  </a:cubicBezTo>
                  <a:cubicBezTo>
                    <a:pt x="60" y="11"/>
                    <a:pt x="57" y="8"/>
                    <a:pt x="53" y="6"/>
                  </a:cubicBezTo>
                  <a:cubicBezTo>
                    <a:pt x="49" y="4"/>
                    <a:pt x="46" y="3"/>
                    <a:pt x="43" y="3"/>
                  </a:cubicBezTo>
                  <a:cubicBezTo>
                    <a:pt x="36" y="2"/>
                    <a:pt x="30" y="4"/>
                    <a:pt x="25" y="6"/>
                  </a:cubicBezTo>
                  <a:cubicBezTo>
                    <a:pt x="20" y="9"/>
                    <a:pt x="15" y="13"/>
                    <a:pt x="10" y="17"/>
                  </a:cubicBezTo>
                  <a:cubicBezTo>
                    <a:pt x="8" y="19"/>
                    <a:pt x="6" y="21"/>
                    <a:pt x="5" y="23"/>
                  </a:cubicBezTo>
                  <a:cubicBezTo>
                    <a:pt x="2" y="27"/>
                    <a:pt x="2" y="33"/>
                    <a:pt x="2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3"/>
                    <a:pt x="0" y="26"/>
                    <a:pt x="3" y="22"/>
                  </a:cubicBezTo>
                  <a:cubicBezTo>
                    <a:pt x="5" y="19"/>
                    <a:pt x="7" y="17"/>
                    <a:pt x="9" y="16"/>
                  </a:cubicBezTo>
                  <a:cubicBezTo>
                    <a:pt x="14" y="12"/>
                    <a:pt x="19" y="8"/>
                    <a:pt x="24" y="5"/>
                  </a:cubicBezTo>
                  <a:cubicBezTo>
                    <a:pt x="31" y="1"/>
                    <a:pt x="37" y="0"/>
                    <a:pt x="43" y="1"/>
                  </a:cubicBezTo>
                  <a:cubicBezTo>
                    <a:pt x="47" y="1"/>
                    <a:pt x="50" y="2"/>
                    <a:pt x="54" y="4"/>
                  </a:cubicBezTo>
                  <a:cubicBezTo>
                    <a:pt x="58" y="7"/>
                    <a:pt x="61" y="9"/>
                    <a:pt x="63" y="12"/>
                  </a:cubicBezTo>
                  <a:cubicBezTo>
                    <a:pt x="65" y="14"/>
                    <a:pt x="66" y="17"/>
                    <a:pt x="67" y="19"/>
                  </a:cubicBezTo>
                  <a:cubicBezTo>
                    <a:pt x="69" y="25"/>
                    <a:pt x="70" y="31"/>
                    <a:pt x="71" y="38"/>
                  </a:cubicBezTo>
                  <a:lnTo>
                    <a:pt x="69" y="3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8507695" y="3267925"/>
              <a:ext cx="365005" cy="220185"/>
            </a:xfrm>
            <a:custGeom>
              <a:avLst/>
              <a:gdLst/>
              <a:ahLst/>
              <a:cxnLst/>
              <a:rect l="l" t="t" r="r" b="b"/>
              <a:pathLst>
                <a:path w="122" h="73" extrusionOk="0">
                  <a:moveTo>
                    <a:pt x="120" y="73"/>
                  </a:moveTo>
                  <a:cubicBezTo>
                    <a:pt x="119" y="64"/>
                    <a:pt x="119" y="55"/>
                    <a:pt x="118" y="47"/>
                  </a:cubicBezTo>
                  <a:cubicBezTo>
                    <a:pt x="117" y="43"/>
                    <a:pt x="117" y="39"/>
                    <a:pt x="115" y="36"/>
                  </a:cubicBezTo>
                  <a:cubicBezTo>
                    <a:pt x="115" y="33"/>
                    <a:pt x="113" y="31"/>
                    <a:pt x="112" y="28"/>
                  </a:cubicBezTo>
                  <a:cubicBezTo>
                    <a:pt x="107" y="20"/>
                    <a:pt x="101" y="14"/>
                    <a:pt x="94" y="8"/>
                  </a:cubicBezTo>
                  <a:cubicBezTo>
                    <a:pt x="93" y="7"/>
                    <a:pt x="92" y="6"/>
                    <a:pt x="91" y="6"/>
                  </a:cubicBezTo>
                  <a:cubicBezTo>
                    <a:pt x="89" y="5"/>
                    <a:pt x="87" y="4"/>
                    <a:pt x="86" y="4"/>
                  </a:cubicBezTo>
                  <a:cubicBezTo>
                    <a:pt x="78" y="3"/>
                    <a:pt x="70" y="3"/>
                    <a:pt x="63" y="2"/>
                  </a:cubicBezTo>
                  <a:cubicBezTo>
                    <a:pt x="56" y="2"/>
                    <a:pt x="48" y="2"/>
                    <a:pt x="41" y="5"/>
                  </a:cubicBezTo>
                  <a:cubicBezTo>
                    <a:pt x="25" y="10"/>
                    <a:pt x="14" y="24"/>
                    <a:pt x="6" y="36"/>
                  </a:cubicBezTo>
                  <a:cubicBezTo>
                    <a:pt x="5" y="39"/>
                    <a:pt x="4" y="41"/>
                    <a:pt x="3" y="43"/>
                  </a:cubicBezTo>
                  <a:cubicBezTo>
                    <a:pt x="2" y="45"/>
                    <a:pt x="2" y="48"/>
                    <a:pt x="2" y="50"/>
                  </a:cubicBezTo>
                  <a:cubicBezTo>
                    <a:pt x="2" y="57"/>
                    <a:pt x="2" y="64"/>
                    <a:pt x="2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65"/>
                    <a:pt x="0" y="57"/>
                    <a:pt x="0" y="50"/>
                  </a:cubicBezTo>
                  <a:cubicBezTo>
                    <a:pt x="0" y="48"/>
                    <a:pt x="0" y="45"/>
                    <a:pt x="1" y="43"/>
                  </a:cubicBezTo>
                  <a:cubicBezTo>
                    <a:pt x="2" y="40"/>
                    <a:pt x="3" y="38"/>
                    <a:pt x="5" y="35"/>
                  </a:cubicBezTo>
                  <a:cubicBezTo>
                    <a:pt x="13" y="23"/>
                    <a:pt x="24" y="8"/>
                    <a:pt x="40" y="3"/>
                  </a:cubicBezTo>
                  <a:cubicBezTo>
                    <a:pt x="48" y="0"/>
                    <a:pt x="56" y="0"/>
                    <a:pt x="63" y="0"/>
                  </a:cubicBezTo>
                  <a:cubicBezTo>
                    <a:pt x="70" y="1"/>
                    <a:pt x="78" y="1"/>
                    <a:pt x="86" y="2"/>
                  </a:cubicBezTo>
                  <a:cubicBezTo>
                    <a:pt x="88" y="3"/>
                    <a:pt x="90" y="3"/>
                    <a:pt x="92" y="4"/>
                  </a:cubicBezTo>
                  <a:cubicBezTo>
                    <a:pt x="93" y="4"/>
                    <a:pt x="94" y="5"/>
                    <a:pt x="95" y="6"/>
                  </a:cubicBezTo>
                  <a:cubicBezTo>
                    <a:pt x="102" y="12"/>
                    <a:pt x="108" y="19"/>
                    <a:pt x="113" y="27"/>
                  </a:cubicBezTo>
                  <a:cubicBezTo>
                    <a:pt x="115" y="30"/>
                    <a:pt x="116" y="33"/>
                    <a:pt x="117" y="35"/>
                  </a:cubicBezTo>
                  <a:cubicBezTo>
                    <a:pt x="119" y="39"/>
                    <a:pt x="119" y="43"/>
                    <a:pt x="120" y="46"/>
                  </a:cubicBezTo>
                  <a:cubicBezTo>
                    <a:pt x="121" y="55"/>
                    <a:pt x="121" y="64"/>
                    <a:pt x="122" y="73"/>
                  </a:cubicBezTo>
                  <a:lnTo>
                    <a:pt x="120" y="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8383563" y="3139360"/>
              <a:ext cx="582235" cy="351706"/>
            </a:xfrm>
            <a:custGeom>
              <a:avLst/>
              <a:gdLst/>
              <a:ahLst/>
              <a:cxnLst/>
              <a:rect l="l" t="t" r="r" b="b"/>
              <a:pathLst>
                <a:path w="194" h="117" extrusionOk="0">
                  <a:moveTo>
                    <a:pt x="192" y="117"/>
                  </a:moveTo>
                  <a:cubicBezTo>
                    <a:pt x="191" y="94"/>
                    <a:pt x="190" y="70"/>
                    <a:pt x="185" y="47"/>
                  </a:cubicBezTo>
                  <a:cubicBezTo>
                    <a:pt x="183" y="41"/>
                    <a:pt x="182" y="35"/>
                    <a:pt x="179" y="29"/>
                  </a:cubicBezTo>
                  <a:cubicBezTo>
                    <a:pt x="173" y="19"/>
                    <a:pt x="162" y="11"/>
                    <a:pt x="148" y="7"/>
                  </a:cubicBezTo>
                  <a:cubicBezTo>
                    <a:pt x="136" y="3"/>
                    <a:pt x="124" y="3"/>
                    <a:pt x="110" y="2"/>
                  </a:cubicBezTo>
                  <a:cubicBezTo>
                    <a:pt x="103" y="2"/>
                    <a:pt x="94" y="2"/>
                    <a:pt x="87" y="5"/>
                  </a:cubicBezTo>
                  <a:cubicBezTo>
                    <a:pt x="82" y="7"/>
                    <a:pt x="77" y="10"/>
                    <a:pt x="73" y="13"/>
                  </a:cubicBezTo>
                  <a:cubicBezTo>
                    <a:pt x="65" y="19"/>
                    <a:pt x="56" y="25"/>
                    <a:pt x="47" y="32"/>
                  </a:cubicBezTo>
                  <a:cubicBezTo>
                    <a:pt x="37" y="39"/>
                    <a:pt x="27" y="46"/>
                    <a:pt x="18" y="55"/>
                  </a:cubicBezTo>
                  <a:cubicBezTo>
                    <a:pt x="12" y="61"/>
                    <a:pt x="8" y="67"/>
                    <a:pt x="6" y="72"/>
                  </a:cubicBezTo>
                  <a:cubicBezTo>
                    <a:pt x="3" y="80"/>
                    <a:pt x="3" y="89"/>
                    <a:pt x="3" y="97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1" y="89"/>
                    <a:pt x="1" y="80"/>
                    <a:pt x="4" y="72"/>
                  </a:cubicBezTo>
                  <a:cubicBezTo>
                    <a:pt x="7" y="66"/>
                    <a:pt x="11" y="60"/>
                    <a:pt x="17" y="53"/>
                  </a:cubicBezTo>
                  <a:cubicBezTo>
                    <a:pt x="26" y="45"/>
                    <a:pt x="35" y="37"/>
                    <a:pt x="45" y="30"/>
                  </a:cubicBezTo>
                  <a:cubicBezTo>
                    <a:pt x="54" y="24"/>
                    <a:pt x="64" y="17"/>
                    <a:pt x="72" y="11"/>
                  </a:cubicBezTo>
                  <a:cubicBezTo>
                    <a:pt x="76" y="8"/>
                    <a:pt x="81" y="5"/>
                    <a:pt x="86" y="3"/>
                  </a:cubicBezTo>
                  <a:cubicBezTo>
                    <a:pt x="94" y="0"/>
                    <a:pt x="102" y="0"/>
                    <a:pt x="110" y="0"/>
                  </a:cubicBezTo>
                  <a:cubicBezTo>
                    <a:pt x="124" y="1"/>
                    <a:pt x="137" y="1"/>
                    <a:pt x="149" y="5"/>
                  </a:cubicBezTo>
                  <a:cubicBezTo>
                    <a:pt x="163" y="9"/>
                    <a:pt x="174" y="17"/>
                    <a:pt x="180" y="28"/>
                  </a:cubicBezTo>
                  <a:cubicBezTo>
                    <a:pt x="184" y="34"/>
                    <a:pt x="185" y="41"/>
                    <a:pt x="187" y="47"/>
                  </a:cubicBezTo>
                  <a:cubicBezTo>
                    <a:pt x="192" y="70"/>
                    <a:pt x="193" y="94"/>
                    <a:pt x="194" y="117"/>
                  </a:cubicBezTo>
                  <a:lnTo>
                    <a:pt x="192" y="11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8324453" y="3052173"/>
              <a:ext cx="707844" cy="438893"/>
            </a:xfrm>
            <a:custGeom>
              <a:avLst/>
              <a:gdLst/>
              <a:ahLst/>
              <a:cxnLst/>
              <a:rect l="l" t="t" r="r" b="b"/>
              <a:pathLst>
                <a:path w="236" h="146" extrusionOk="0">
                  <a:moveTo>
                    <a:pt x="2" y="146"/>
                  </a:moveTo>
                  <a:cubicBezTo>
                    <a:pt x="0" y="146"/>
                    <a:pt x="0" y="146"/>
                    <a:pt x="0" y="146"/>
                  </a:cubicBezTo>
                  <a:cubicBezTo>
                    <a:pt x="0" y="127"/>
                    <a:pt x="2" y="108"/>
                    <a:pt x="4" y="89"/>
                  </a:cubicBezTo>
                  <a:cubicBezTo>
                    <a:pt x="4" y="83"/>
                    <a:pt x="5" y="77"/>
                    <a:pt x="7" y="72"/>
                  </a:cubicBezTo>
                  <a:cubicBezTo>
                    <a:pt x="11" y="57"/>
                    <a:pt x="24" y="44"/>
                    <a:pt x="41" y="34"/>
                  </a:cubicBezTo>
                  <a:cubicBezTo>
                    <a:pt x="53" y="28"/>
                    <a:pt x="66" y="24"/>
                    <a:pt x="78" y="20"/>
                  </a:cubicBezTo>
                  <a:cubicBezTo>
                    <a:pt x="82" y="19"/>
                    <a:pt x="86" y="18"/>
                    <a:pt x="90" y="17"/>
                  </a:cubicBezTo>
                  <a:cubicBezTo>
                    <a:pt x="93" y="15"/>
                    <a:pt x="97" y="14"/>
                    <a:pt x="100" y="13"/>
                  </a:cubicBezTo>
                  <a:cubicBezTo>
                    <a:pt x="112" y="9"/>
                    <a:pt x="124" y="5"/>
                    <a:pt x="136" y="3"/>
                  </a:cubicBezTo>
                  <a:cubicBezTo>
                    <a:pt x="149" y="0"/>
                    <a:pt x="168" y="0"/>
                    <a:pt x="183" y="10"/>
                  </a:cubicBezTo>
                  <a:cubicBezTo>
                    <a:pt x="189" y="14"/>
                    <a:pt x="195" y="19"/>
                    <a:pt x="200" y="24"/>
                  </a:cubicBezTo>
                  <a:cubicBezTo>
                    <a:pt x="209" y="34"/>
                    <a:pt x="219" y="44"/>
                    <a:pt x="225" y="56"/>
                  </a:cubicBezTo>
                  <a:cubicBezTo>
                    <a:pt x="232" y="72"/>
                    <a:pt x="232" y="89"/>
                    <a:pt x="232" y="105"/>
                  </a:cubicBezTo>
                  <a:cubicBezTo>
                    <a:pt x="233" y="118"/>
                    <a:pt x="233" y="131"/>
                    <a:pt x="236" y="143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31" y="131"/>
                    <a:pt x="231" y="118"/>
                    <a:pt x="230" y="106"/>
                  </a:cubicBezTo>
                  <a:cubicBezTo>
                    <a:pt x="230" y="89"/>
                    <a:pt x="230" y="72"/>
                    <a:pt x="223" y="57"/>
                  </a:cubicBezTo>
                  <a:cubicBezTo>
                    <a:pt x="217" y="45"/>
                    <a:pt x="208" y="35"/>
                    <a:pt x="198" y="26"/>
                  </a:cubicBezTo>
                  <a:cubicBezTo>
                    <a:pt x="193" y="21"/>
                    <a:pt x="188" y="15"/>
                    <a:pt x="182" y="11"/>
                  </a:cubicBezTo>
                  <a:cubicBezTo>
                    <a:pt x="167" y="2"/>
                    <a:pt x="149" y="2"/>
                    <a:pt x="136" y="4"/>
                  </a:cubicBezTo>
                  <a:cubicBezTo>
                    <a:pt x="124" y="7"/>
                    <a:pt x="112" y="11"/>
                    <a:pt x="101" y="15"/>
                  </a:cubicBezTo>
                  <a:cubicBezTo>
                    <a:pt x="97" y="16"/>
                    <a:pt x="94" y="17"/>
                    <a:pt x="90" y="18"/>
                  </a:cubicBezTo>
                  <a:cubicBezTo>
                    <a:pt x="86" y="20"/>
                    <a:pt x="83" y="21"/>
                    <a:pt x="79" y="22"/>
                  </a:cubicBezTo>
                  <a:cubicBezTo>
                    <a:pt x="66" y="26"/>
                    <a:pt x="54" y="30"/>
                    <a:pt x="42" y="36"/>
                  </a:cubicBezTo>
                  <a:cubicBezTo>
                    <a:pt x="25" y="45"/>
                    <a:pt x="13" y="58"/>
                    <a:pt x="9" y="72"/>
                  </a:cubicBezTo>
                  <a:cubicBezTo>
                    <a:pt x="7" y="78"/>
                    <a:pt x="6" y="83"/>
                    <a:pt x="6" y="89"/>
                  </a:cubicBezTo>
                  <a:cubicBezTo>
                    <a:pt x="4" y="108"/>
                    <a:pt x="2" y="127"/>
                    <a:pt x="2" y="1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8" name="Google Shape;118;p7"/>
          <p:cNvSpPr txBox="1"/>
          <p:nvPr>
            <p:ph type="title"/>
          </p:nvPr>
        </p:nvSpPr>
        <p:spPr>
          <a:xfrm>
            <a:off x="720000" y="1025100"/>
            <a:ext cx="424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" name="Google Shape;119;p7"/>
          <p:cNvSpPr txBox="1"/>
          <p:nvPr>
            <p:ph type="body" idx="1"/>
          </p:nvPr>
        </p:nvSpPr>
        <p:spPr>
          <a:xfrm>
            <a:off x="720000" y="1597800"/>
            <a:ext cx="4244400" cy="25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20" name="Google Shape;120;p7"/>
          <p:cNvSpPr/>
          <p:nvPr>
            <p:ph type="pic" idx="2"/>
          </p:nvPr>
        </p:nvSpPr>
        <p:spPr>
          <a:xfrm>
            <a:off x="5631000" y="535000"/>
            <a:ext cx="2797800" cy="407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3" name="Google Shape;123;p8"/>
          <p:cNvSpPr/>
          <p:nvPr/>
        </p:nvSpPr>
        <p:spPr>
          <a:xfrm flipH="1">
            <a:off x="-1" y="0"/>
            <a:ext cx="4572000" cy="24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grpSp>
        <p:nvGrpSpPr>
          <p:cNvPr id="124" name="Google Shape;124;p8"/>
          <p:cNvGrpSpPr/>
          <p:nvPr/>
        </p:nvGrpSpPr>
        <p:grpSpPr>
          <a:xfrm flipH="1">
            <a:off x="139611" y="4135499"/>
            <a:ext cx="9896239" cy="2014625"/>
            <a:chOff x="-891851" y="4135499"/>
            <a:chExt cx="9896239" cy="2014625"/>
          </a:xfrm>
        </p:grpSpPr>
        <p:sp>
          <p:nvSpPr>
            <p:cNvPr id="125" name="Google Shape;125;p8"/>
            <p:cNvSpPr/>
            <p:nvPr/>
          </p:nvSpPr>
          <p:spPr>
            <a:xfrm flipH="1">
              <a:off x="-891851" y="4135499"/>
              <a:ext cx="3213900" cy="2014625"/>
            </a:xfrm>
            <a:custGeom>
              <a:avLst/>
              <a:gdLst/>
              <a:ahLst/>
              <a:cxnLst/>
              <a:rect l="l" t="t" r="r" b="b"/>
              <a:pathLst>
                <a:path w="800" h="501" extrusionOk="0">
                  <a:moveTo>
                    <a:pt x="1" y="501"/>
                  </a:moveTo>
                  <a:cubicBezTo>
                    <a:pt x="0" y="499"/>
                    <a:pt x="0" y="499"/>
                    <a:pt x="0" y="499"/>
                  </a:cubicBezTo>
                  <a:cubicBezTo>
                    <a:pt x="2" y="498"/>
                    <a:pt x="2" y="498"/>
                    <a:pt x="2" y="498"/>
                  </a:cubicBezTo>
                  <a:cubicBezTo>
                    <a:pt x="61" y="472"/>
                    <a:pt x="123" y="445"/>
                    <a:pt x="183" y="417"/>
                  </a:cubicBezTo>
                  <a:cubicBezTo>
                    <a:pt x="206" y="407"/>
                    <a:pt x="232" y="395"/>
                    <a:pt x="250" y="375"/>
                  </a:cubicBezTo>
                  <a:cubicBezTo>
                    <a:pt x="261" y="363"/>
                    <a:pt x="269" y="347"/>
                    <a:pt x="277" y="332"/>
                  </a:cubicBezTo>
                  <a:cubicBezTo>
                    <a:pt x="290" y="305"/>
                    <a:pt x="304" y="278"/>
                    <a:pt x="317" y="251"/>
                  </a:cubicBezTo>
                  <a:cubicBezTo>
                    <a:pt x="318" y="248"/>
                    <a:pt x="318" y="248"/>
                    <a:pt x="318" y="248"/>
                  </a:cubicBezTo>
                  <a:cubicBezTo>
                    <a:pt x="326" y="231"/>
                    <a:pt x="334" y="213"/>
                    <a:pt x="348" y="199"/>
                  </a:cubicBezTo>
                  <a:cubicBezTo>
                    <a:pt x="358" y="188"/>
                    <a:pt x="371" y="181"/>
                    <a:pt x="383" y="173"/>
                  </a:cubicBezTo>
                  <a:cubicBezTo>
                    <a:pt x="593" y="47"/>
                    <a:pt x="593" y="47"/>
                    <a:pt x="593" y="47"/>
                  </a:cubicBezTo>
                  <a:cubicBezTo>
                    <a:pt x="604" y="41"/>
                    <a:pt x="615" y="34"/>
                    <a:pt x="628" y="29"/>
                  </a:cubicBezTo>
                  <a:cubicBezTo>
                    <a:pt x="642" y="24"/>
                    <a:pt x="657" y="22"/>
                    <a:pt x="671" y="20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800" y="2"/>
                    <a:pt x="800" y="2"/>
                    <a:pt x="800" y="2"/>
                  </a:cubicBezTo>
                  <a:cubicBezTo>
                    <a:pt x="671" y="22"/>
                    <a:pt x="671" y="22"/>
                    <a:pt x="671" y="22"/>
                  </a:cubicBezTo>
                  <a:cubicBezTo>
                    <a:pt x="657" y="24"/>
                    <a:pt x="642" y="26"/>
                    <a:pt x="628" y="31"/>
                  </a:cubicBezTo>
                  <a:cubicBezTo>
                    <a:pt x="616" y="36"/>
                    <a:pt x="605" y="42"/>
                    <a:pt x="594" y="49"/>
                  </a:cubicBezTo>
                  <a:cubicBezTo>
                    <a:pt x="384" y="175"/>
                    <a:pt x="384" y="175"/>
                    <a:pt x="384" y="175"/>
                  </a:cubicBezTo>
                  <a:cubicBezTo>
                    <a:pt x="372" y="182"/>
                    <a:pt x="359" y="190"/>
                    <a:pt x="349" y="200"/>
                  </a:cubicBezTo>
                  <a:cubicBezTo>
                    <a:pt x="336" y="214"/>
                    <a:pt x="328" y="232"/>
                    <a:pt x="320" y="249"/>
                  </a:cubicBezTo>
                  <a:cubicBezTo>
                    <a:pt x="318" y="252"/>
                    <a:pt x="318" y="252"/>
                    <a:pt x="318" y="252"/>
                  </a:cubicBezTo>
                  <a:cubicBezTo>
                    <a:pt x="306" y="279"/>
                    <a:pt x="292" y="306"/>
                    <a:pt x="279" y="333"/>
                  </a:cubicBezTo>
                  <a:cubicBezTo>
                    <a:pt x="271" y="348"/>
                    <a:pt x="263" y="364"/>
                    <a:pt x="251" y="377"/>
                  </a:cubicBezTo>
                  <a:cubicBezTo>
                    <a:pt x="233" y="397"/>
                    <a:pt x="207" y="409"/>
                    <a:pt x="184" y="419"/>
                  </a:cubicBezTo>
                  <a:cubicBezTo>
                    <a:pt x="123" y="446"/>
                    <a:pt x="62" y="474"/>
                    <a:pt x="3" y="500"/>
                  </a:cubicBezTo>
                  <a:lnTo>
                    <a:pt x="1" y="5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26" name="Google Shape;126;p8"/>
            <p:cNvGrpSpPr/>
            <p:nvPr/>
          </p:nvGrpSpPr>
          <p:grpSpPr>
            <a:xfrm>
              <a:off x="7853410" y="4608504"/>
              <a:ext cx="1150979" cy="827754"/>
              <a:chOff x="7418590" y="3791050"/>
              <a:chExt cx="599968" cy="431504"/>
            </a:xfrm>
          </p:grpSpPr>
          <p:sp>
            <p:nvSpPr>
              <p:cNvPr id="127" name="Google Shape;127;p8"/>
              <p:cNvSpPr/>
              <p:nvPr/>
            </p:nvSpPr>
            <p:spPr>
              <a:xfrm>
                <a:off x="7418590" y="3794005"/>
                <a:ext cx="17733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6" h="140" extrusionOk="0">
                    <a:moveTo>
                      <a:pt x="6" y="140"/>
                    </a:moveTo>
                    <a:cubicBezTo>
                      <a:pt x="4" y="140"/>
                      <a:pt x="4" y="140"/>
                      <a:pt x="4" y="140"/>
                    </a:cubicBezTo>
                    <a:cubicBezTo>
                      <a:pt x="4" y="93"/>
                      <a:pt x="3" y="47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5" y="47"/>
                      <a:pt x="6" y="93"/>
                      <a:pt x="6" y="1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>
                <a:off x="7445189" y="3796961"/>
                <a:ext cx="17733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6" h="141" extrusionOk="0">
                    <a:moveTo>
                      <a:pt x="3" y="141"/>
                    </a:moveTo>
                    <a:cubicBezTo>
                      <a:pt x="2" y="123"/>
                      <a:pt x="3" y="105"/>
                      <a:pt x="3" y="87"/>
                    </a:cubicBezTo>
                    <a:cubicBezTo>
                      <a:pt x="4" y="67"/>
                      <a:pt x="4" y="46"/>
                      <a:pt x="2" y="26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16"/>
                      <a:pt x="0" y="8"/>
                      <a:pt x="2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2" y="8"/>
                      <a:pt x="3" y="16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6" y="46"/>
                      <a:pt x="6" y="67"/>
                      <a:pt x="5" y="87"/>
                    </a:cubicBezTo>
                    <a:cubicBezTo>
                      <a:pt x="5" y="105"/>
                      <a:pt x="4" y="123"/>
                      <a:pt x="5" y="140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7486566" y="3794005"/>
                <a:ext cx="20689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7" h="141" extrusionOk="0">
                    <a:moveTo>
                      <a:pt x="1" y="141"/>
                    </a:moveTo>
                    <a:cubicBezTo>
                      <a:pt x="0" y="120"/>
                      <a:pt x="1" y="100"/>
                      <a:pt x="2" y="80"/>
                    </a:cubicBezTo>
                    <a:cubicBezTo>
                      <a:pt x="3" y="54"/>
                      <a:pt x="5" y="27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27"/>
                      <a:pt x="5" y="54"/>
                      <a:pt x="4" y="80"/>
                    </a:cubicBezTo>
                    <a:cubicBezTo>
                      <a:pt x="3" y="100"/>
                      <a:pt x="2" y="120"/>
                      <a:pt x="3" y="141"/>
                    </a:cubicBezTo>
                    <a:lnTo>
                      <a:pt x="1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0" name="Google Shape;130;p8"/>
              <p:cNvSpPr/>
              <p:nvPr/>
            </p:nvSpPr>
            <p:spPr>
              <a:xfrm>
                <a:off x="7535332" y="3791050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1" y="95"/>
                      <a:pt x="2" y="47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47"/>
                      <a:pt x="3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1" name="Google Shape;131;p8"/>
              <p:cNvSpPr/>
              <p:nvPr/>
            </p:nvSpPr>
            <p:spPr>
              <a:xfrm>
                <a:off x="7567843" y="3791050"/>
                <a:ext cx="26600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9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5" y="95"/>
                      <a:pt x="7" y="47"/>
                      <a:pt x="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9" y="47"/>
                      <a:pt x="7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7597398" y="3794005"/>
                <a:ext cx="19211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6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0" y="95"/>
                      <a:pt x="2" y="47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7"/>
                      <a:pt x="2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" name="Google Shape;133;p8"/>
              <p:cNvSpPr/>
              <p:nvPr/>
            </p:nvSpPr>
            <p:spPr>
              <a:xfrm>
                <a:off x="7643208" y="3794005"/>
                <a:ext cx="29555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2" extrusionOk="0">
                    <a:moveTo>
                      <a:pt x="5" y="142"/>
                    </a:moveTo>
                    <a:cubicBezTo>
                      <a:pt x="0" y="123"/>
                      <a:pt x="3" y="104"/>
                      <a:pt x="5" y="85"/>
                    </a:cubicBezTo>
                    <a:cubicBezTo>
                      <a:pt x="7" y="72"/>
                      <a:pt x="8" y="59"/>
                      <a:pt x="8" y="47"/>
                    </a:cubicBezTo>
                    <a:cubicBezTo>
                      <a:pt x="8" y="39"/>
                      <a:pt x="7" y="31"/>
                      <a:pt x="6" y="23"/>
                    </a:cubicBezTo>
                    <a:cubicBezTo>
                      <a:pt x="5" y="16"/>
                      <a:pt x="4" y="8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8"/>
                      <a:pt x="7" y="16"/>
                      <a:pt x="8" y="23"/>
                    </a:cubicBezTo>
                    <a:cubicBezTo>
                      <a:pt x="9" y="31"/>
                      <a:pt x="10" y="39"/>
                      <a:pt x="10" y="47"/>
                    </a:cubicBezTo>
                    <a:cubicBezTo>
                      <a:pt x="10" y="59"/>
                      <a:pt x="9" y="72"/>
                      <a:pt x="7" y="85"/>
                    </a:cubicBezTo>
                    <a:cubicBezTo>
                      <a:pt x="5" y="104"/>
                      <a:pt x="2" y="123"/>
                      <a:pt x="7" y="142"/>
                    </a:cubicBezTo>
                    <a:lnTo>
                      <a:pt x="5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>
                <a:off x="768458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0" y="142"/>
                    </a:moveTo>
                    <a:cubicBezTo>
                      <a:pt x="0" y="95"/>
                      <a:pt x="1" y="47"/>
                      <a:pt x="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47"/>
                      <a:pt x="2" y="95"/>
                      <a:pt x="2" y="142"/>
                    </a:cubicBezTo>
                    <a:lnTo>
                      <a:pt x="0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7727440" y="3794005"/>
                <a:ext cx="11822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4" h="141" extrusionOk="0">
                    <a:moveTo>
                      <a:pt x="3" y="141"/>
                    </a:moveTo>
                    <a:cubicBezTo>
                      <a:pt x="1" y="141"/>
                      <a:pt x="1" y="141"/>
                      <a:pt x="1" y="141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2" y="38"/>
                      <a:pt x="2" y="19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19"/>
                      <a:pt x="4" y="38"/>
                      <a:pt x="4" y="57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775699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3" y="142"/>
                    </a:moveTo>
                    <a:cubicBezTo>
                      <a:pt x="1" y="142"/>
                      <a:pt x="1" y="142"/>
                      <a:pt x="1" y="142"/>
                    </a:cubicBezTo>
                    <a:cubicBezTo>
                      <a:pt x="2" y="95"/>
                      <a:pt x="2" y="47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47"/>
                      <a:pt x="4" y="95"/>
                      <a:pt x="3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7795417" y="3794005"/>
                <a:ext cx="13300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9" h="284" extrusionOk="0">
                    <a:moveTo>
                      <a:pt x="4" y="284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9" y="284"/>
                    </a:lnTo>
                    <a:lnTo>
                      <a:pt x="4" y="2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" name="Google Shape;138;p8"/>
              <p:cNvSpPr/>
              <p:nvPr/>
            </p:nvSpPr>
            <p:spPr>
              <a:xfrm>
                <a:off x="7829405" y="3794005"/>
                <a:ext cx="29555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1" extrusionOk="0">
                    <a:moveTo>
                      <a:pt x="3" y="141"/>
                    </a:moveTo>
                    <a:cubicBezTo>
                      <a:pt x="0" y="94"/>
                      <a:pt x="2" y="47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47"/>
                      <a:pt x="2" y="94"/>
                      <a:pt x="5" y="141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7856005" y="3799916"/>
                <a:ext cx="20689" cy="416727"/>
              </a:xfrm>
              <a:custGeom>
                <a:avLst/>
                <a:gdLst/>
                <a:ahLst/>
                <a:cxnLst/>
                <a:rect l="l" t="t" r="r" b="b"/>
                <a:pathLst>
                  <a:path w="7" h="139" extrusionOk="0">
                    <a:moveTo>
                      <a:pt x="2" y="139"/>
                    </a:moveTo>
                    <a:cubicBezTo>
                      <a:pt x="0" y="139"/>
                      <a:pt x="0" y="139"/>
                      <a:pt x="0" y="139"/>
                    </a:cubicBezTo>
                    <a:cubicBezTo>
                      <a:pt x="1" y="93"/>
                      <a:pt x="2" y="46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46"/>
                      <a:pt x="3" y="93"/>
                      <a:pt x="2" y="1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7904771" y="3796961"/>
                <a:ext cx="14778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5" h="141" extrusionOk="0">
                    <a:moveTo>
                      <a:pt x="2" y="141"/>
                    </a:moveTo>
                    <a:cubicBezTo>
                      <a:pt x="0" y="141"/>
                      <a:pt x="0" y="141"/>
                      <a:pt x="0" y="141"/>
                    </a:cubicBezTo>
                    <a:cubicBezTo>
                      <a:pt x="2" y="94"/>
                      <a:pt x="3" y="47"/>
                      <a:pt x="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47"/>
                      <a:pt x="4" y="94"/>
                      <a:pt x="2" y="1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>
                <a:off x="7946148" y="3796961"/>
                <a:ext cx="32511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11" h="140" extrusionOk="0">
                    <a:moveTo>
                      <a:pt x="9" y="140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21"/>
                      <a:pt x="3" y="16"/>
                      <a:pt x="2" y="10"/>
                    </a:cubicBezTo>
                    <a:cubicBezTo>
                      <a:pt x="1" y="10"/>
                      <a:pt x="1" y="9"/>
                      <a:pt x="1" y="8"/>
                    </a:cubicBezTo>
                    <a:cubicBezTo>
                      <a:pt x="0" y="6"/>
                      <a:pt x="0" y="3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5"/>
                      <a:pt x="3" y="8"/>
                    </a:cubicBezTo>
                    <a:cubicBezTo>
                      <a:pt x="3" y="9"/>
                      <a:pt x="3" y="9"/>
                      <a:pt x="3" y="10"/>
                    </a:cubicBezTo>
                    <a:cubicBezTo>
                      <a:pt x="5" y="15"/>
                      <a:pt x="5" y="21"/>
                      <a:pt x="5" y="27"/>
                    </a:cubicBezTo>
                    <a:cubicBezTo>
                      <a:pt x="11" y="140"/>
                      <a:pt x="11" y="140"/>
                      <a:pt x="11" y="140"/>
                    </a:cubicBezTo>
                    <a:lnTo>
                      <a:pt x="9" y="14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8006736" y="3796961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19"/>
                      <a:pt x="1" y="94"/>
                      <a:pt x="1" y="71"/>
                    </a:cubicBezTo>
                    <a:cubicBezTo>
                      <a:pt x="2" y="48"/>
                      <a:pt x="2" y="24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24"/>
                      <a:pt x="4" y="48"/>
                      <a:pt x="3" y="71"/>
                    </a:cubicBezTo>
                    <a:cubicBezTo>
                      <a:pt x="3" y="94"/>
                      <a:pt x="2" y="118"/>
                      <a:pt x="4" y="142"/>
                    </a:cubicBezTo>
                    <a:lnTo>
                      <a:pt x="2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5" name="Google Shape;145;p9"/>
          <p:cNvSpPr txBox="1"/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46" name="Google Shape;146;p9"/>
          <p:cNvGrpSpPr/>
          <p:nvPr/>
        </p:nvGrpSpPr>
        <p:grpSpPr>
          <a:xfrm flipH="1">
            <a:off x="-528125" y="-38768"/>
            <a:ext cx="1249536" cy="1147532"/>
            <a:chOff x="3447864" y="2257141"/>
            <a:chExt cx="1013740" cy="930985"/>
          </a:xfrm>
        </p:grpSpPr>
        <p:sp>
          <p:nvSpPr>
            <p:cNvPr id="147" name="Google Shape;147;p9"/>
            <p:cNvSpPr/>
            <p:nvPr/>
          </p:nvSpPr>
          <p:spPr>
            <a:xfrm>
              <a:off x="3447864" y="2257141"/>
              <a:ext cx="1013740" cy="930985"/>
            </a:xfrm>
            <a:custGeom>
              <a:avLst/>
              <a:gdLst/>
              <a:ahLst/>
              <a:cxnLst/>
              <a:rect l="l" t="t" r="r" b="b"/>
              <a:pathLst>
                <a:path w="338" h="310" extrusionOk="0">
                  <a:moveTo>
                    <a:pt x="206" y="309"/>
                  </a:moveTo>
                  <a:cubicBezTo>
                    <a:pt x="164" y="309"/>
                    <a:pt x="122" y="295"/>
                    <a:pt x="85" y="282"/>
                  </a:cubicBezTo>
                  <a:cubicBezTo>
                    <a:pt x="57" y="273"/>
                    <a:pt x="57" y="273"/>
                    <a:pt x="57" y="273"/>
                  </a:cubicBezTo>
                  <a:cubicBezTo>
                    <a:pt x="48" y="270"/>
                    <a:pt x="38" y="267"/>
                    <a:pt x="31" y="260"/>
                  </a:cubicBezTo>
                  <a:cubicBezTo>
                    <a:pt x="20" y="249"/>
                    <a:pt x="17" y="234"/>
                    <a:pt x="15" y="218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3" y="140"/>
                    <a:pt x="0" y="119"/>
                    <a:pt x="7" y="101"/>
                  </a:cubicBezTo>
                  <a:cubicBezTo>
                    <a:pt x="14" y="84"/>
                    <a:pt x="28" y="72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61" y="47"/>
                    <a:pt x="84" y="34"/>
                    <a:pt x="108" y="23"/>
                  </a:cubicBezTo>
                  <a:cubicBezTo>
                    <a:pt x="128" y="15"/>
                    <a:pt x="156" y="3"/>
                    <a:pt x="180" y="2"/>
                  </a:cubicBezTo>
                  <a:cubicBezTo>
                    <a:pt x="194" y="1"/>
                    <a:pt x="211" y="0"/>
                    <a:pt x="226" y="5"/>
                  </a:cubicBezTo>
                  <a:cubicBezTo>
                    <a:pt x="243" y="11"/>
                    <a:pt x="258" y="23"/>
                    <a:pt x="274" y="43"/>
                  </a:cubicBezTo>
                  <a:cubicBezTo>
                    <a:pt x="294" y="67"/>
                    <a:pt x="311" y="97"/>
                    <a:pt x="327" y="136"/>
                  </a:cubicBezTo>
                  <a:cubicBezTo>
                    <a:pt x="333" y="149"/>
                    <a:pt x="338" y="163"/>
                    <a:pt x="337" y="177"/>
                  </a:cubicBezTo>
                  <a:cubicBezTo>
                    <a:pt x="336" y="194"/>
                    <a:pt x="327" y="208"/>
                    <a:pt x="319" y="221"/>
                  </a:cubicBezTo>
                  <a:cubicBezTo>
                    <a:pt x="305" y="244"/>
                    <a:pt x="305" y="244"/>
                    <a:pt x="305" y="244"/>
                  </a:cubicBezTo>
                  <a:cubicBezTo>
                    <a:pt x="293" y="264"/>
                    <a:pt x="279" y="288"/>
                    <a:pt x="256" y="300"/>
                  </a:cubicBezTo>
                  <a:cubicBezTo>
                    <a:pt x="246" y="305"/>
                    <a:pt x="234" y="307"/>
                    <a:pt x="219" y="309"/>
                  </a:cubicBezTo>
                  <a:cubicBezTo>
                    <a:pt x="215" y="309"/>
                    <a:pt x="210" y="309"/>
                    <a:pt x="206" y="309"/>
                  </a:cubicBezTo>
                  <a:close/>
                  <a:moveTo>
                    <a:pt x="41" y="64"/>
                  </a:moveTo>
                  <a:cubicBezTo>
                    <a:pt x="41" y="64"/>
                    <a:pt x="41" y="64"/>
                    <a:pt x="41" y="64"/>
                  </a:cubicBezTo>
                  <a:cubicBezTo>
                    <a:pt x="29" y="74"/>
                    <a:pt x="15" y="85"/>
                    <a:pt x="9" y="101"/>
                  </a:cubicBezTo>
                  <a:cubicBezTo>
                    <a:pt x="2" y="119"/>
                    <a:pt x="5" y="139"/>
                    <a:pt x="8" y="156"/>
                  </a:cubicBezTo>
                  <a:cubicBezTo>
                    <a:pt x="17" y="217"/>
                    <a:pt x="17" y="217"/>
                    <a:pt x="17" y="217"/>
                  </a:cubicBezTo>
                  <a:cubicBezTo>
                    <a:pt x="19" y="233"/>
                    <a:pt x="22" y="248"/>
                    <a:pt x="32" y="258"/>
                  </a:cubicBezTo>
                  <a:cubicBezTo>
                    <a:pt x="39" y="265"/>
                    <a:pt x="49" y="268"/>
                    <a:pt x="58" y="271"/>
                  </a:cubicBezTo>
                  <a:cubicBezTo>
                    <a:pt x="86" y="281"/>
                    <a:pt x="86" y="281"/>
                    <a:pt x="86" y="281"/>
                  </a:cubicBezTo>
                  <a:cubicBezTo>
                    <a:pt x="127" y="294"/>
                    <a:pt x="173" y="310"/>
                    <a:pt x="219" y="307"/>
                  </a:cubicBezTo>
                  <a:cubicBezTo>
                    <a:pt x="234" y="305"/>
                    <a:pt x="245" y="303"/>
                    <a:pt x="255" y="298"/>
                  </a:cubicBezTo>
                  <a:cubicBezTo>
                    <a:pt x="277" y="287"/>
                    <a:pt x="292" y="263"/>
                    <a:pt x="303" y="243"/>
                  </a:cubicBezTo>
                  <a:cubicBezTo>
                    <a:pt x="317" y="220"/>
                    <a:pt x="317" y="220"/>
                    <a:pt x="317" y="220"/>
                  </a:cubicBezTo>
                  <a:cubicBezTo>
                    <a:pt x="325" y="207"/>
                    <a:pt x="334" y="193"/>
                    <a:pt x="335" y="177"/>
                  </a:cubicBezTo>
                  <a:cubicBezTo>
                    <a:pt x="336" y="163"/>
                    <a:pt x="331" y="150"/>
                    <a:pt x="325" y="137"/>
                  </a:cubicBezTo>
                  <a:cubicBezTo>
                    <a:pt x="309" y="98"/>
                    <a:pt x="292" y="69"/>
                    <a:pt x="273" y="44"/>
                  </a:cubicBezTo>
                  <a:cubicBezTo>
                    <a:pt x="257" y="24"/>
                    <a:pt x="242" y="12"/>
                    <a:pt x="225" y="7"/>
                  </a:cubicBezTo>
                  <a:cubicBezTo>
                    <a:pt x="211" y="3"/>
                    <a:pt x="195" y="3"/>
                    <a:pt x="180" y="4"/>
                  </a:cubicBezTo>
                  <a:cubicBezTo>
                    <a:pt x="156" y="5"/>
                    <a:pt x="129" y="16"/>
                    <a:pt x="109" y="25"/>
                  </a:cubicBezTo>
                  <a:cubicBezTo>
                    <a:pt x="85" y="35"/>
                    <a:pt x="62" y="49"/>
                    <a:pt x="41" y="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3573473" y="2350240"/>
              <a:ext cx="768432" cy="744788"/>
            </a:xfrm>
            <a:custGeom>
              <a:avLst/>
              <a:gdLst/>
              <a:ahLst/>
              <a:cxnLst/>
              <a:rect l="l" t="t" r="r" b="b"/>
              <a:pathLst>
                <a:path w="256" h="248" extrusionOk="0">
                  <a:moveTo>
                    <a:pt x="146" y="246"/>
                  </a:moveTo>
                  <a:cubicBezTo>
                    <a:pt x="139" y="246"/>
                    <a:pt x="131" y="246"/>
                    <a:pt x="124" y="244"/>
                  </a:cubicBezTo>
                  <a:cubicBezTo>
                    <a:pt x="94" y="239"/>
                    <a:pt x="66" y="225"/>
                    <a:pt x="41" y="211"/>
                  </a:cubicBezTo>
                  <a:cubicBezTo>
                    <a:pt x="28" y="203"/>
                    <a:pt x="15" y="196"/>
                    <a:pt x="9" y="183"/>
                  </a:cubicBezTo>
                  <a:cubicBezTo>
                    <a:pt x="5" y="176"/>
                    <a:pt x="4" y="168"/>
                    <a:pt x="4" y="160"/>
                  </a:cubicBezTo>
                  <a:cubicBezTo>
                    <a:pt x="2" y="148"/>
                    <a:pt x="1" y="135"/>
                    <a:pt x="1" y="122"/>
                  </a:cubicBezTo>
                  <a:cubicBezTo>
                    <a:pt x="0" y="106"/>
                    <a:pt x="0" y="89"/>
                    <a:pt x="4" y="73"/>
                  </a:cubicBezTo>
                  <a:cubicBezTo>
                    <a:pt x="7" y="60"/>
                    <a:pt x="13" y="42"/>
                    <a:pt x="28" y="29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48" y="12"/>
                    <a:pt x="75" y="2"/>
                    <a:pt x="109" y="0"/>
                  </a:cubicBezTo>
                  <a:cubicBezTo>
                    <a:pt x="122" y="0"/>
                    <a:pt x="133" y="1"/>
                    <a:pt x="143" y="3"/>
                  </a:cubicBezTo>
                  <a:cubicBezTo>
                    <a:pt x="161" y="8"/>
                    <a:pt x="179" y="18"/>
                    <a:pt x="195" y="34"/>
                  </a:cubicBezTo>
                  <a:cubicBezTo>
                    <a:pt x="210" y="50"/>
                    <a:pt x="222" y="68"/>
                    <a:pt x="232" y="84"/>
                  </a:cubicBezTo>
                  <a:cubicBezTo>
                    <a:pt x="244" y="105"/>
                    <a:pt x="256" y="128"/>
                    <a:pt x="253" y="153"/>
                  </a:cubicBezTo>
                  <a:cubicBezTo>
                    <a:pt x="250" y="170"/>
                    <a:pt x="241" y="185"/>
                    <a:pt x="232" y="198"/>
                  </a:cubicBezTo>
                  <a:cubicBezTo>
                    <a:pt x="226" y="207"/>
                    <a:pt x="219" y="217"/>
                    <a:pt x="209" y="225"/>
                  </a:cubicBezTo>
                  <a:cubicBezTo>
                    <a:pt x="193" y="239"/>
                    <a:pt x="171" y="246"/>
                    <a:pt x="146" y="246"/>
                  </a:cubicBezTo>
                  <a:close/>
                  <a:moveTo>
                    <a:pt x="29" y="31"/>
                  </a:moveTo>
                  <a:cubicBezTo>
                    <a:pt x="15" y="43"/>
                    <a:pt x="8" y="61"/>
                    <a:pt x="6" y="73"/>
                  </a:cubicBezTo>
                  <a:cubicBezTo>
                    <a:pt x="2" y="90"/>
                    <a:pt x="2" y="106"/>
                    <a:pt x="3" y="122"/>
                  </a:cubicBezTo>
                  <a:cubicBezTo>
                    <a:pt x="3" y="135"/>
                    <a:pt x="4" y="147"/>
                    <a:pt x="5" y="160"/>
                  </a:cubicBezTo>
                  <a:cubicBezTo>
                    <a:pt x="6" y="168"/>
                    <a:pt x="7" y="175"/>
                    <a:pt x="11" y="182"/>
                  </a:cubicBezTo>
                  <a:cubicBezTo>
                    <a:pt x="17" y="194"/>
                    <a:pt x="29" y="202"/>
                    <a:pt x="42" y="209"/>
                  </a:cubicBezTo>
                  <a:cubicBezTo>
                    <a:pt x="67" y="223"/>
                    <a:pt x="94" y="237"/>
                    <a:pt x="124" y="242"/>
                  </a:cubicBezTo>
                  <a:cubicBezTo>
                    <a:pt x="156" y="248"/>
                    <a:pt x="188" y="241"/>
                    <a:pt x="208" y="223"/>
                  </a:cubicBezTo>
                  <a:cubicBezTo>
                    <a:pt x="217" y="216"/>
                    <a:pt x="224" y="206"/>
                    <a:pt x="230" y="197"/>
                  </a:cubicBezTo>
                  <a:cubicBezTo>
                    <a:pt x="239" y="184"/>
                    <a:pt x="248" y="169"/>
                    <a:pt x="251" y="152"/>
                  </a:cubicBezTo>
                  <a:cubicBezTo>
                    <a:pt x="254" y="129"/>
                    <a:pt x="242" y="106"/>
                    <a:pt x="230" y="85"/>
                  </a:cubicBezTo>
                  <a:cubicBezTo>
                    <a:pt x="220" y="69"/>
                    <a:pt x="209" y="51"/>
                    <a:pt x="194" y="36"/>
                  </a:cubicBezTo>
                  <a:cubicBezTo>
                    <a:pt x="178" y="20"/>
                    <a:pt x="161" y="9"/>
                    <a:pt x="143" y="5"/>
                  </a:cubicBezTo>
                  <a:cubicBezTo>
                    <a:pt x="133" y="2"/>
                    <a:pt x="122" y="2"/>
                    <a:pt x="109" y="2"/>
                  </a:cubicBezTo>
                  <a:cubicBezTo>
                    <a:pt x="76" y="4"/>
                    <a:pt x="49" y="13"/>
                    <a:pt x="29" y="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3631106" y="2391617"/>
              <a:ext cx="629523" cy="636912"/>
            </a:xfrm>
            <a:custGeom>
              <a:avLst/>
              <a:gdLst/>
              <a:ahLst/>
              <a:cxnLst/>
              <a:rect l="l" t="t" r="r" b="b"/>
              <a:pathLst>
                <a:path w="210" h="212" extrusionOk="0">
                  <a:moveTo>
                    <a:pt x="104" y="212"/>
                  </a:moveTo>
                  <a:cubicBezTo>
                    <a:pt x="87" y="212"/>
                    <a:pt x="69" y="206"/>
                    <a:pt x="53" y="193"/>
                  </a:cubicBezTo>
                  <a:cubicBezTo>
                    <a:pt x="36" y="181"/>
                    <a:pt x="23" y="166"/>
                    <a:pt x="10" y="150"/>
                  </a:cubicBezTo>
                  <a:cubicBezTo>
                    <a:pt x="7" y="146"/>
                    <a:pt x="3" y="142"/>
                    <a:pt x="2" y="137"/>
                  </a:cubicBezTo>
                  <a:cubicBezTo>
                    <a:pt x="0" y="132"/>
                    <a:pt x="0" y="128"/>
                    <a:pt x="1" y="123"/>
                  </a:cubicBezTo>
                  <a:cubicBezTo>
                    <a:pt x="2" y="96"/>
                    <a:pt x="6" y="69"/>
                    <a:pt x="13" y="43"/>
                  </a:cubicBezTo>
                  <a:cubicBezTo>
                    <a:pt x="24" y="4"/>
                    <a:pt x="56" y="0"/>
                    <a:pt x="86" y="2"/>
                  </a:cubicBezTo>
                  <a:cubicBezTo>
                    <a:pt x="102" y="3"/>
                    <a:pt x="119" y="5"/>
                    <a:pt x="133" y="13"/>
                  </a:cubicBezTo>
                  <a:cubicBezTo>
                    <a:pt x="142" y="18"/>
                    <a:pt x="149" y="26"/>
                    <a:pt x="156" y="34"/>
                  </a:cubicBezTo>
                  <a:cubicBezTo>
                    <a:pt x="166" y="46"/>
                    <a:pt x="176" y="58"/>
                    <a:pt x="186" y="70"/>
                  </a:cubicBezTo>
                  <a:cubicBezTo>
                    <a:pt x="194" y="81"/>
                    <a:pt x="205" y="94"/>
                    <a:pt x="207" y="109"/>
                  </a:cubicBezTo>
                  <a:cubicBezTo>
                    <a:pt x="210" y="132"/>
                    <a:pt x="194" y="152"/>
                    <a:pt x="180" y="168"/>
                  </a:cubicBezTo>
                  <a:cubicBezTo>
                    <a:pt x="163" y="187"/>
                    <a:pt x="139" y="210"/>
                    <a:pt x="109" y="212"/>
                  </a:cubicBezTo>
                  <a:cubicBezTo>
                    <a:pt x="108" y="212"/>
                    <a:pt x="106" y="212"/>
                    <a:pt x="104" y="212"/>
                  </a:cubicBezTo>
                  <a:close/>
                  <a:moveTo>
                    <a:pt x="75" y="4"/>
                  </a:moveTo>
                  <a:cubicBezTo>
                    <a:pt x="49" y="4"/>
                    <a:pt x="24" y="10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8" y="70"/>
                    <a:pt x="4" y="96"/>
                    <a:pt x="3" y="123"/>
                  </a:cubicBezTo>
                  <a:cubicBezTo>
                    <a:pt x="2" y="128"/>
                    <a:pt x="2" y="132"/>
                    <a:pt x="4" y="136"/>
                  </a:cubicBezTo>
                  <a:cubicBezTo>
                    <a:pt x="5" y="141"/>
                    <a:pt x="9" y="145"/>
                    <a:pt x="12" y="149"/>
                  </a:cubicBezTo>
                  <a:cubicBezTo>
                    <a:pt x="25" y="164"/>
                    <a:pt x="38" y="180"/>
                    <a:pt x="54" y="192"/>
                  </a:cubicBezTo>
                  <a:cubicBezTo>
                    <a:pt x="72" y="205"/>
                    <a:pt x="91" y="211"/>
                    <a:pt x="109" y="210"/>
                  </a:cubicBezTo>
                  <a:cubicBezTo>
                    <a:pt x="138" y="208"/>
                    <a:pt x="162" y="186"/>
                    <a:pt x="179" y="167"/>
                  </a:cubicBezTo>
                  <a:cubicBezTo>
                    <a:pt x="192" y="151"/>
                    <a:pt x="208" y="131"/>
                    <a:pt x="205" y="109"/>
                  </a:cubicBezTo>
                  <a:cubicBezTo>
                    <a:pt x="203" y="95"/>
                    <a:pt x="192" y="82"/>
                    <a:pt x="184" y="72"/>
                  </a:cubicBezTo>
                  <a:cubicBezTo>
                    <a:pt x="174" y="59"/>
                    <a:pt x="164" y="47"/>
                    <a:pt x="154" y="35"/>
                  </a:cubicBezTo>
                  <a:cubicBezTo>
                    <a:pt x="148" y="28"/>
                    <a:pt x="141" y="20"/>
                    <a:pt x="132" y="15"/>
                  </a:cubicBezTo>
                  <a:cubicBezTo>
                    <a:pt x="118" y="6"/>
                    <a:pt x="102" y="5"/>
                    <a:pt x="86" y="4"/>
                  </a:cubicBezTo>
                  <a:cubicBezTo>
                    <a:pt x="82" y="4"/>
                    <a:pt x="79" y="4"/>
                    <a:pt x="75" y="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3684305" y="2466982"/>
              <a:ext cx="477314" cy="512781"/>
            </a:xfrm>
            <a:custGeom>
              <a:avLst/>
              <a:gdLst/>
              <a:ahLst/>
              <a:cxnLst/>
              <a:rect l="l" t="t" r="r" b="b"/>
              <a:pathLst>
                <a:path w="159" h="171" extrusionOk="0">
                  <a:moveTo>
                    <a:pt x="64" y="171"/>
                  </a:moveTo>
                  <a:cubicBezTo>
                    <a:pt x="63" y="171"/>
                    <a:pt x="62" y="171"/>
                    <a:pt x="61" y="170"/>
                  </a:cubicBezTo>
                  <a:cubicBezTo>
                    <a:pt x="56" y="170"/>
                    <a:pt x="50" y="168"/>
                    <a:pt x="44" y="164"/>
                  </a:cubicBezTo>
                  <a:cubicBezTo>
                    <a:pt x="34" y="157"/>
                    <a:pt x="26" y="147"/>
                    <a:pt x="19" y="138"/>
                  </a:cubicBezTo>
                  <a:cubicBezTo>
                    <a:pt x="9" y="126"/>
                    <a:pt x="0" y="115"/>
                    <a:pt x="0" y="101"/>
                  </a:cubicBezTo>
                  <a:cubicBezTo>
                    <a:pt x="0" y="91"/>
                    <a:pt x="5" y="82"/>
                    <a:pt x="9" y="74"/>
                  </a:cubicBezTo>
                  <a:cubicBezTo>
                    <a:pt x="18" y="57"/>
                    <a:pt x="26" y="39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52" y="13"/>
                    <a:pt x="72" y="0"/>
                    <a:pt x="90" y="4"/>
                  </a:cubicBezTo>
                  <a:cubicBezTo>
                    <a:pt x="104" y="7"/>
                    <a:pt x="117" y="18"/>
                    <a:pt x="128" y="36"/>
                  </a:cubicBezTo>
                  <a:cubicBezTo>
                    <a:pt x="135" y="49"/>
                    <a:pt x="142" y="63"/>
                    <a:pt x="148" y="77"/>
                  </a:cubicBezTo>
                  <a:cubicBezTo>
                    <a:pt x="153" y="90"/>
                    <a:pt x="159" y="107"/>
                    <a:pt x="152" y="123"/>
                  </a:cubicBezTo>
                  <a:cubicBezTo>
                    <a:pt x="147" y="135"/>
                    <a:pt x="135" y="143"/>
                    <a:pt x="126" y="148"/>
                  </a:cubicBezTo>
                  <a:cubicBezTo>
                    <a:pt x="111" y="157"/>
                    <a:pt x="96" y="163"/>
                    <a:pt x="80" y="168"/>
                  </a:cubicBezTo>
                  <a:cubicBezTo>
                    <a:pt x="75" y="169"/>
                    <a:pt x="70" y="171"/>
                    <a:pt x="64" y="171"/>
                  </a:cubicBezTo>
                  <a:close/>
                  <a:moveTo>
                    <a:pt x="84" y="5"/>
                  </a:moveTo>
                  <a:cubicBezTo>
                    <a:pt x="69" y="5"/>
                    <a:pt x="52" y="15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28" y="40"/>
                    <a:pt x="19" y="58"/>
                    <a:pt x="11" y="75"/>
                  </a:cubicBezTo>
                  <a:cubicBezTo>
                    <a:pt x="7" y="82"/>
                    <a:pt x="2" y="91"/>
                    <a:pt x="2" y="101"/>
                  </a:cubicBezTo>
                  <a:cubicBezTo>
                    <a:pt x="2" y="114"/>
                    <a:pt x="11" y="125"/>
                    <a:pt x="20" y="137"/>
                  </a:cubicBezTo>
                  <a:cubicBezTo>
                    <a:pt x="27" y="146"/>
                    <a:pt x="35" y="155"/>
                    <a:pt x="45" y="162"/>
                  </a:cubicBezTo>
                  <a:cubicBezTo>
                    <a:pt x="51" y="166"/>
                    <a:pt x="56" y="168"/>
                    <a:pt x="61" y="168"/>
                  </a:cubicBezTo>
                  <a:cubicBezTo>
                    <a:pt x="67" y="169"/>
                    <a:pt x="74" y="168"/>
                    <a:pt x="79" y="166"/>
                  </a:cubicBezTo>
                  <a:cubicBezTo>
                    <a:pt x="95" y="161"/>
                    <a:pt x="110" y="155"/>
                    <a:pt x="125" y="147"/>
                  </a:cubicBezTo>
                  <a:cubicBezTo>
                    <a:pt x="134" y="141"/>
                    <a:pt x="146" y="133"/>
                    <a:pt x="150" y="122"/>
                  </a:cubicBezTo>
                  <a:cubicBezTo>
                    <a:pt x="157" y="107"/>
                    <a:pt x="151" y="90"/>
                    <a:pt x="146" y="77"/>
                  </a:cubicBezTo>
                  <a:cubicBezTo>
                    <a:pt x="140" y="64"/>
                    <a:pt x="134" y="50"/>
                    <a:pt x="126" y="38"/>
                  </a:cubicBezTo>
                  <a:cubicBezTo>
                    <a:pt x="115" y="19"/>
                    <a:pt x="103" y="9"/>
                    <a:pt x="90" y="6"/>
                  </a:cubicBezTo>
                  <a:cubicBezTo>
                    <a:pt x="88" y="5"/>
                    <a:pt x="86" y="5"/>
                    <a:pt x="84" y="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3759670" y="2580769"/>
              <a:ext cx="326584" cy="345794"/>
            </a:xfrm>
            <a:custGeom>
              <a:avLst/>
              <a:gdLst/>
              <a:ahLst/>
              <a:cxnLst/>
              <a:rect l="l" t="t" r="r" b="b"/>
              <a:pathLst>
                <a:path w="109" h="115" extrusionOk="0">
                  <a:moveTo>
                    <a:pt x="43" y="115"/>
                  </a:moveTo>
                  <a:cubicBezTo>
                    <a:pt x="38" y="115"/>
                    <a:pt x="33" y="114"/>
                    <a:pt x="29" y="112"/>
                  </a:cubicBezTo>
                  <a:cubicBezTo>
                    <a:pt x="24" y="109"/>
                    <a:pt x="20" y="104"/>
                    <a:pt x="17" y="99"/>
                  </a:cubicBezTo>
                  <a:cubicBezTo>
                    <a:pt x="11" y="90"/>
                    <a:pt x="3" y="79"/>
                    <a:pt x="2" y="67"/>
                  </a:cubicBezTo>
                  <a:cubicBezTo>
                    <a:pt x="0" y="52"/>
                    <a:pt x="8" y="39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21" y="23"/>
                    <a:pt x="41" y="0"/>
                    <a:pt x="62" y="1"/>
                  </a:cubicBezTo>
                  <a:cubicBezTo>
                    <a:pt x="72" y="1"/>
                    <a:pt x="80" y="7"/>
                    <a:pt x="87" y="18"/>
                  </a:cubicBezTo>
                  <a:cubicBezTo>
                    <a:pt x="95" y="32"/>
                    <a:pt x="101" y="46"/>
                    <a:pt x="105" y="61"/>
                  </a:cubicBezTo>
                  <a:cubicBezTo>
                    <a:pt x="107" y="69"/>
                    <a:pt x="109" y="78"/>
                    <a:pt x="105" y="87"/>
                  </a:cubicBezTo>
                  <a:cubicBezTo>
                    <a:pt x="101" y="96"/>
                    <a:pt x="92" y="103"/>
                    <a:pt x="78" y="108"/>
                  </a:cubicBezTo>
                  <a:cubicBezTo>
                    <a:pt x="69" y="111"/>
                    <a:pt x="61" y="113"/>
                    <a:pt x="53" y="114"/>
                  </a:cubicBezTo>
                  <a:cubicBezTo>
                    <a:pt x="50" y="115"/>
                    <a:pt x="46" y="115"/>
                    <a:pt x="43" y="115"/>
                  </a:cubicBezTo>
                  <a:close/>
                  <a:moveTo>
                    <a:pt x="16" y="32"/>
                  </a:moveTo>
                  <a:cubicBezTo>
                    <a:pt x="10" y="40"/>
                    <a:pt x="3" y="53"/>
                    <a:pt x="4" y="66"/>
                  </a:cubicBezTo>
                  <a:cubicBezTo>
                    <a:pt x="5" y="78"/>
                    <a:pt x="12" y="89"/>
                    <a:pt x="18" y="98"/>
                  </a:cubicBezTo>
                  <a:cubicBezTo>
                    <a:pt x="22" y="102"/>
                    <a:pt x="25" y="107"/>
                    <a:pt x="30" y="110"/>
                  </a:cubicBezTo>
                  <a:cubicBezTo>
                    <a:pt x="37" y="114"/>
                    <a:pt x="45" y="113"/>
                    <a:pt x="52" y="112"/>
                  </a:cubicBezTo>
                  <a:cubicBezTo>
                    <a:pt x="61" y="111"/>
                    <a:pt x="69" y="109"/>
                    <a:pt x="77" y="106"/>
                  </a:cubicBezTo>
                  <a:cubicBezTo>
                    <a:pt x="91" y="101"/>
                    <a:pt x="100" y="95"/>
                    <a:pt x="103" y="86"/>
                  </a:cubicBezTo>
                  <a:cubicBezTo>
                    <a:pt x="106" y="78"/>
                    <a:pt x="105" y="69"/>
                    <a:pt x="103" y="61"/>
                  </a:cubicBezTo>
                  <a:cubicBezTo>
                    <a:pt x="99" y="47"/>
                    <a:pt x="93" y="32"/>
                    <a:pt x="85" y="19"/>
                  </a:cubicBezTo>
                  <a:cubicBezTo>
                    <a:pt x="79" y="9"/>
                    <a:pt x="71" y="3"/>
                    <a:pt x="62" y="3"/>
                  </a:cubicBezTo>
                  <a:cubicBezTo>
                    <a:pt x="62" y="3"/>
                    <a:pt x="61" y="3"/>
                    <a:pt x="60" y="3"/>
                  </a:cubicBezTo>
                  <a:cubicBezTo>
                    <a:pt x="41" y="3"/>
                    <a:pt x="22" y="25"/>
                    <a:pt x="16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3840947" y="2653179"/>
              <a:ext cx="212797" cy="212797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37" y="71"/>
                  </a:moveTo>
                  <a:cubicBezTo>
                    <a:pt x="32" y="71"/>
                    <a:pt x="27" y="71"/>
                    <a:pt x="22" y="70"/>
                  </a:cubicBezTo>
                  <a:cubicBezTo>
                    <a:pt x="18" y="69"/>
                    <a:pt x="14" y="68"/>
                    <a:pt x="11" y="65"/>
                  </a:cubicBezTo>
                  <a:cubicBezTo>
                    <a:pt x="9" y="63"/>
                    <a:pt x="7" y="60"/>
                    <a:pt x="6" y="57"/>
                  </a:cubicBezTo>
                  <a:cubicBezTo>
                    <a:pt x="3" y="49"/>
                    <a:pt x="0" y="36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7" y="12"/>
                    <a:pt x="15" y="5"/>
                    <a:pt x="25" y="3"/>
                  </a:cubicBezTo>
                  <a:cubicBezTo>
                    <a:pt x="37" y="0"/>
                    <a:pt x="50" y="5"/>
                    <a:pt x="59" y="16"/>
                  </a:cubicBezTo>
                  <a:cubicBezTo>
                    <a:pt x="67" y="25"/>
                    <a:pt x="71" y="39"/>
                    <a:pt x="68" y="51"/>
                  </a:cubicBezTo>
                  <a:cubicBezTo>
                    <a:pt x="67" y="56"/>
                    <a:pt x="64" y="60"/>
                    <a:pt x="62" y="63"/>
                  </a:cubicBezTo>
                  <a:cubicBezTo>
                    <a:pt x="57" y="68"/>
                    <a:pt x="49" y="71"/>
                    <a:pt x="39" y="71"/>
                  </a:cubicBezTo>
                  <a:cubicBezTo>
                    <a:pt x="38" y="71"/>
                    <a:pt x="37" y="71"/>
                    <a:pt x="37" y="71"/>
                  </a:cubicBezTo>
                  <a:close/>
                  <a:moveTo>
                    <a:pt x="31" y="4"/>
                  </a:moveTo>
                  <a:cubicBezTo>
                    <a:pt x="29" y="4"/>
                    <a:pt x="27" y="4"/>
                    <a:pt x="26" y="5"/>
                  </a:cubicBezTo>
                  <a:cubicBezTo>
                    <a:pt x="16" y="7"/>
                    <a:pt x="9" y="13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2" y="36"/>
                    <a:pt x="5" y="48"/>
                    <a:pt x="8" y="57"/>
                  </a:cubicBezTo>
                  <a:cubicBezTo>
                    <a:pt x="9" y="59"/>
                    <a:pt x="10" y="62"/>
                    <a:pt x="12" y="64"/>
                  </a:cubicBezTo>
                  <a:cubicBezTo>
                    <a:pt x="15" y="66"/>
                    <a:pt x="19" y="67"/>
                    <a:pt x="22" y="68"/>
                  </a:cubicBezTo>
                  <a:cubicBezTo>
                    <a:pt x="28" y="69"/>
                    <a:pt x="33" y="69"/>
                    <a:pt x="39" y="69"/>
                  </a:cubicBezTo>
                  <a:cubicBezTo>
                    <a:pt x="49" y="69"/>
                    <a:pt x="56" y="66"/>
                    <a:pt x="60" y="62"/>
                  </a:cubicBezTo>
                  <a:cubicBezTo>
                    <a:pt x="63" y="59"/>
                    <a:pt x="65" y="55"/>
                    <a:pt x="66" y="51"/>
                  </a:cubicBezTo>
                  <a:cubicBezTo>
                    <a:pt x="69" y="39"/>
                    <a:pt x="66" y="26"/>
                    <a:pt x="58" y="17"/>
                  </a:cubicBezTo>
                  <a:cubicBezTo>
                    <a:pt x="51" y="9"/>
                    <a:pt x="41" y="4"/>
                    <a:pt x="31" y="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53" name="Google Shape;153;p9"/>
          <p:cNvGrpSpPr/>
          <p:nvPr/>
        </p:nvGrpSpPr>
        <p:grpSpPr>
          <a:xfrm flipH="1">
            <a:off x="72" y="0"/>
            <a:ext cx="9143925" cy="5137350"/>
            <a:chOff x="0" y="0"/>
            <a:chExt cx="9143925" cy="5137350"/>
          </a:xfrm>
        </p:grpSpPr>
        <p:sp>
          <p:nvSpPr>
            <p:cNvPr id="154" name="Google Shape;154;p9"/>
            <p:cNvSpPr/>
            <p:nvPr/>
          </p:nvSpPr>
          <p:spPr>
            <a:xfrm>
              <a:off x="8817825" y="2571750"/>
              <a:ext cx="326100" cy="2565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0" y="0"/>
              <a:ext cx="326100" cy="256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/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10"/>
          <p:cNvSpPr txBox="1"/>
          <p:nvPr>
            <p:ph type="title"/>
          </p:nvPr>
        </p:nvSpPr>
        <p:spPr>
          <a:xfrm>
            <a:off x="720000" y="4140600"/>
            <a:ext cx="7704000" cy="4680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>
            <p:ph type="title" hasCustomPrompt="1"/>
          </p:nvPr>
        </p:nvSpPr>
        <p:spPr>
          <a:xfrm>
            <a:off x="2251500" y="534998"/>
            <a:ext cx="4641000" cy="102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1" name="Google Shape;161;p11"/>
          <p:cNvSpPr txBox="1"/>
          <p:nvPr>
            <p:ph type="subTitle" idx="1"/>
          </p:nvPr>
        </p:nvSpPr>
        <p:spPr>
          <a:xfrm>
            <a:off x="2251500" y="1555340"/>
            <a:ext cx="4641000" cy="5166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2" name="Google Shape;162;p11"/>
          <p:cNvSpPr/>
          <p:nvPr>
            <p:ph type="pic" idx="2"/>
          </p:nvPr>
        </p:nvSpPr>
        <p:spPr>
          <a:xfrm>
            <a:off x="715100" y="2354650"/>
            <a:ext cx="7713900" cy="22536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1"/>
          <p:cNvSpPr/>
          <p:nvPr/>
        </p:nvSpPr>
        <p:spPr>
          <a:xfrm>
            <a:off x="4572000" y="0"/>
            <a:ext cx="4572000" cy="24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grpSp>
        <p:nvGrpSpPr>
          <p:cNvPr id="164" name="Google Shape;164;p11"/>
          <p:cNvGrpSpPr/>
          <p:nvPr/>
        </p:nvGrpSpPr>
        <p:grpSpPr>
          <a:xfrm>
            <a:off x="-891851" y="-181384"/>
            <a:ext cx="3213900" cy="6331508"/>
            <a:chOff x="-891851" y="-181384"/>
            <a:chExt cx="3213900" cy="6331508"/>
          </a:xfrm>
        </p:grpSpPr>
        <p:grpSp>
          <p:nvGrpSpPr>
            <p:cNvPr id="165" name="Google Shape;165;p11"/>
            <p:cNvGrpSpPr/>
            <p:nvPr/>
          </p:nvGrpSpPr>
          <p:grpSpPr>
            <a:xfrm>
              <a:off x="196374" y="-181384"/>
              <a:ext cx="1037421" cy="1101296"/>
              <a:chOff x="4839909" y="3994980"/>
              <a:chExt cx="696022" cy="738877"/>
            </a:xfrm>
          </p:grpSpPr>
          <p:sp>
            <p:nvSpPr>
              <p:cNvPr id="166" name="Google Shape;166;p11"/>
              <p:cNvSpPr/>
              <p:nvPr/>
            </p:nvSpPr>
            <p:spPr>
              <a:xfrm>
                <a:off x="4839909" y="3994980"/>
                <a:ext cx="696022" cy="738877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46" extrusionOk="0">
                    <a:moveTo>
                      <a:pt x="106" y="246"/>
                    </a:moveTo>
                    <a:cubicBezTo>
                      <a:pt x="91" y="246"/>
                      <a:pt x="80" y="244"/>
                      <a:pt x="70" y="239"/>
                    </a:cubicBezTo>
                    <a:cubicBezTo>
                      <a:pt x="62" y="235"/>
                      <a:pt x="55" y="229"/>
                      <a:pt x="48" y="222"/>
                    </a:cubicBezTo>
                    <a:cubicBezTo>
                      <a:pt x="32" y="208"/>
                      <a:pt x="15" y="192"/>
                      <a:pt x="8" y="170"/>
                    </a:cubicBezTo>
                    <a:cubicBezTo>
                      <a:pt x="3" y="155"/>
                      <a:pt x="3" y="139"/>
                      <a:pt x="4" y="123"/>
                    </a:cubicBezTo>
                    <a:cubicBezTo>
                      <a:pt x="4" y="122"/>
                      <a:pt x="4" y="122"/>
                      <a:pt x="4" y="122"/>
                    </a:cubicBezTo>
                    <a:cubicBezTo>
                      <a:pt x="5" y="76"/>
                      <a:pt x="4" y="42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6" y="42"/>
                      <a:pt x="7" y="76"/>
                      <a:pt x="6" y="122"/>
                    </a:cubicBezTo>
                    <a:cubicBezTo>
                      <a:pt x="6" y="123"/>
                      <a:pt x="6" y="123"/>
                      <a:pt x="6" y="123"/>
                    </a:cubicBezTo>
                    <a:cubicBezTo>
                      <a:pt x="5" y="139"/>
                      <a:pt x="5" y="155"/>
                      <a:pt x="10" y="170"/>
                    </a:cubicBezTo>
                    <a:cubicBezTo>
                      <a:pt x="17" y="191"/>
                      <a:pt x="34" y="207"/>
                      <a:pt x="49" y="221"/>
                    </a:cubicBezTo>
                    <a:cubicBezTo>
                      <a:pt x="56" y="227"/>
                      <a:pt x="63" y="233"/>
                      <a:pt x="71" y="238"/>
                    </a:cubicBezTo>
                    <a:cubicBezTo>
                      <a:pt x="81" y="242"/>
                      <a:pt x="92" y="244"/>
                      <a:pt x="107" y="244"/>
                    </a:cubicBezTo>
                    <a:cubicBezTo>
                      <a:pt x="129" y="244"/>
                      <a:pt x="150" y="240"/>
                      <a:pt x="168" y="231"/>
                    </a:cubicBezTo>
                    <a:cubicBezTo>
                      <a:pt x="187" y="221"/>
                      <a:pt x="203" y="206"/>
                      <a:pt x="212" y="188"/>
                    </a:cubicBezTo>
                    <a:cubicBezTo>
                      <a:pt x="222" y="171"/>
                      <a:pt x="224" y="150"/>
                      <a:pt x="226" y="131"/>
                    </a:cubicBezTo>
                    <a:cubicBezTo>
                      <a:pt x="230" y="88"/>
                      <a:pt x="229" y="43"/>
                      <a:pt x="228" y="0"/>
                    </a:cubicBezTo>
                    <a:cubicBezTo>
                      <a:pt x="230" y="0"/>
                      <a:pt x="230" y="0"/>
                      <a:pt x="230" y="0"/>
                    </a:cubicBezTo>
                    <a:cubicBezTo>
                      <a:pt x="231" y="43"/>
                      <a:pt x="232" y="88"/>
                      <a:pt x="228" y="131"/>
                    </a:cubicBezTo>
                    <a:cubicBezTo>
                      <a:pt x="226" y="151"/>
                      <a:pt x="224" y="171"/>
                      <a:pt x="214" y="189"/>
                    </a:cubicBezTo>
                    <a:cubicBezTo>
                      <a:pt x="205" y="207"/>
                      <a:pt x="189" y="223"/>
                      <a:pt x="169" y="233"/>
                    </a:cubicBezTo>
                    <a:cubicBezTo>
                      <a:pt x="151" y="242"/>
                      <a:pt x="129" y="246"/>
                      <a:pt x="107" y="246"/>
                    </a:cubicBezTo>
                    <a:cubicBezTo>
                      <a:pt x="107" y="246"/>
                      <a:pt x="106" y="246"/>
                      <a:pt x="106" y="2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>
                <a:off x="4875375" y="4006802"/>
                <a:ext cx="616223" cy="678289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6" extrusionOk="0">
                    <a:moveTo>
                      <a:pt x="90" y="226"/>
                    </a:moveTo>
                    <a:cubicBezTo>
                      <a:pt x="85" y="226"/>
                      <a:pt x="80" y="225"/>
                      <a:pt x="76" y="223"/>
                    </a:cubicBezTo>
                    <a:cubicBezTo>
                      <a:pt x="71" y="222"/>
                      <a:pt x="66" y="219"/>
                      <a:pt x="61" y="216"/>
                    </a:cubicBezTo>
                    <a:cubicBezTo>
                      <a:pt x="49" y="209"/>
                      <a:pt x="36" y="202"/>
                      <a:pt x="26" y="191"/>
                    </a:cubicBezTo>
                    <a:cubicBezTo>
                      <a:pt x="17" y="181"/>
                      <a:pt x="11" y="168"/>
                      <a:pt x="8" y="152"/>
                    </a:cubicBezTo>
                    <a:cubicBezTo>
                      <a:pt x="5" y="138"/>
                      <a:pt x="4" y="123"/>
                      <a:pt x="4" y="10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6" y="109"/>
                      <a:pt x="6" y="109"/>
                      <a:pt x="6" y="109"/>
                    </a:cubicBezTo>
                    <a:cubicBezTo>
                      <a:pt x="6" y="123"/>
                      <a:pt x="7" y="138"/>
                      <a:pt x="10" y="152"/>
                    </a:cubicBezTo>
                    <a:cubicBezTo>
                      <a:pt x="13" y="167"/>
                      <a:pt x="19" y="180"/>
                      <a:pt x="28" y="190"/>
                    </a:cubicBezTo>
                    <a:cubicBezTo>
                      <a:pt x="37" y="201"/>
                      <a:pt x="50" y="208"/>
                      <a:pt x="62" y="215"/>
                    </a:cubicBezTo>
                    <a:cubicBezTo>
                      <a:pt x="67" y="217"/>
                      <a:pt x="72" y="220"/>
                      <a:pt x="77" y="222"/>
                    </a:cubicBezTo>
                    <a:cubicBezTo>
                      <a:pt x="86" y="224"/>
                      <a:pt x="96" y="224"/>
                      <a:pt x="108" y="221"/>
                    </a:cubicBezTo>
                    <a:cubicBezTo>
                      <a:pt x="118" y="218"/>
                      <a:pt x="127" y="213"/>
                      <a:pt x="137" y="208"/>
                    </a:cubicBezTo>
                    <a:cubicBezTo>
                      <a:pt x="162" y="196"/>
                      <a:pt x="162" y="196"/>
                      <a:pt x="162" y="196"/>
                    </a:cubicBezTo>
                    <a:cubicBezTo>
                      <a:pt x="169" y="192"/>
                      <a:pt x="178" y="187"/>
                      <a:pt x="184" y="180"/>
                    </a:cubicBezTo>
                    <a:cubicBezTo>
                      <a:pt x="190" y="172"/>
                      <a:pt x="192" y="162"/>
                      <a:pt x="194" y="153"/>
                    </a:cubicBezTo>
                    <a:cubicBezTo>
                      <a:pt x="201" y="115"/>
                      <a:pt x="203" y="75"/>
                      <a:pt x="199" y="37"/>
                    </a:cubicBezTo>
                    <a:cubicBezTo>
                      <a:pt x="199" y="35"/>
                      <a:pt x="199" y="33"/>
                      <a:pt x="198" y="31"/>
                    </a:cubicBezTo>
                    <a:cubicBezTo>
                      <a:pt x="197" y="21"/>
                      <a:pt x="196" y="10"/>
                      <a:pt x="197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8" y="10"/>
                      <a:pt x="199" y="21"/>
                      <a:pt x="200" y="31"/>
                    </a:cubicBezTo>
                    <a:cubicBezTo>
                      <a:pt x="201" y="33"/>
                      <a:pt x="201" y="35"/>
                      <a:pt x="201" y="36"/>
                    </a:cubicBezTo>
                    <a:cubicBezTo>
                      <a:pt x="205" y="75"/>
                      <a:pt x="203" y="115"/>
                      <a:pt x="196" y="153"/>
                    </a:cubicBezTo>
                    <a:cubicBezTo>
                      <a:pt x="194" y="163"/>
                      <a:pt x="192" y="173"/>
                      <a:pt x="185" y="181"/>
                    </a:cubicBezTo>
                    <a:cubicBezTo>
                      <a:pt x="179" y="189"/>
                      <a:pt x="170" y="193"/>
                      <a:pt x="162" y="197"/>
                    </a:cubicBezTo>
                    <a:cubicBezTo>
                      <a:pt x="138" y="210"/>
                      <a:pt x="138" y="210"/>
                      <a:pt x="138" y="210"/>
                    </a:cubicBezTo>
                    <a:cubicBezTo>
                      <a:pt x="128" y="215"/>
                      <a:pt x="119" y="220"/>
                      <a:pt x="108" y="223"/>
                    </a:cubicBezTo>
                    <a:cubicBezTo>
                      <a:pt x="102" y="225"/>
                      <a:pt x="96" y="226"/>
                      <a:pt x="90" y="22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>
                <a:off x="4921185" y="4003846"/>
                <a:ext cx="509825" cy="617701"/>
              </a:xfrm>
              <a:custGeom>
                <a:avLst/>
                <a:gdLst/>
                <a:ahLst/>
                <a:cxnLst/>
                <a:rect l="l" t="t" r="r" b="b"/>
                <a:pathLst>
                  <a:path w="170" h="206" extrusionOk="0">
                    <a:moveTo>
                      <a:pt x="83" y="206"/>
                    </a:moveTo>
                    <a:cubicBezTo>
                      <a:pt x="79" y="206"/>
                      <a:pt x="75" y="206"/>
                      <a:pt x="71" y="205"/>
                    </a:cubicBezTo>
                    <a:cubicBezTo>
                      <a:pt x="53" y="203"/>
                      <a:pt x="36" y="194"/>
                      <a:pt x="25" y="182"/>
                    </a:cubicBezTo>
                    <a:cubicBezTo>
                      <a:pt x="10" y="164"/>
                      <a:pt x="6" y="138"/>
                      <a:pt x="4" y="114"/>
                    </a:cubicBezTo>
                    <a:cubicBezTo>
                      <a:pt x="1" y="79"/>
                      <a:pt x="1" y="43"/>
                      <a:pt x="0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3" y="43"/>
                      <a:pt x="3" y="79"/>
                      <a:pt x="6" y="114"/>
                    </a:cubicBezTo>
                    <a:cubicBezTo>
                      <a:pt x="8" y="138"/>
                      <a:pt x="12" y="163"/>
                      <a:pt x="27" y="180"/>
                    </a:cubicBezTo>
                    <a:cubicBezTo>
                      <a:pt x="38" y="193"/>
                      <a:pt x="54" y="201"/>
                      <a:pt x="72" y="203"/>
                    </a:cubicBezTo>
                    <a:cubicBezTo>
                      <a:pt x="87" y="206"/>
                      <a:pt x="105" y="203"/>
                      <a:pt x="122" y="197"/>
                    </a:cubicBezTo>
                    <a:cubicBezTo>
                      <a:pt x="135" y="192"/>
                      <a:pt x="144" y="186"/>
                      <a:pt x="150" y="179"/>
                    </a:cubicBezTo>
                    <a:cubicBezTo>
                      <a:pt x="161" y="166"/>
                      <a:pt x="163" y="148"/>
                      <a:pt x="165" y="130"/>
                    </a:cubicBezTo>
                    <a:cubicBezTo>
                      <a:pt x="168" y="87"/>
                      <a:pt x="168" y="43"/>
                      <a:pt x="165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70" y="43"/>
                      <a:pt x="170" y="87"/>
                      <a:pt x="167" y="130"/>
                    </a:cubicBezTo>
                    <a:cubicBezTo>
                      <a:pt x="165" y="148"/>
                      <a:pt x="163" y="167"/>
                      <a:pt x="152" y="180"/>
                    </a:cubicBezTo>
                    <a:cubicBezTo>
                      <a:pt x="145" y="188"/>
                      <a:pt x="136" y="194"/>
                      <a:pt x="123" y="199"/>
                    </a:cubicBezTo>
                    <a:cubicBezTo>
                      <a:pt x="110" y="204"/>
                      <a:pt x="96" y="206"/>
                      <a:pt x="83" y="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4968473" y="4003846"/>
                <a:ext cx="406382" cy="57632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92" extrusionOk="0">
                    <a:moveTo>
                      <a:pt x="67" y="192"/>
                    </a:moveTo>
                    <a:cubicBezTo>
                      <a:pt x="62" y="192"/>
                      <a:pt x="57" y="191"/>
                      <a:pt x="52" y="189"/>
                    </a:cubicBezTo>
                    <a:cubicBezTo>
                      <a:pt x="47" y="188"/>
                      <a:pt x="41" y="185"/>
                      <a:pt x="35" y="180"/>
                    </a:cubicBezTo>
                    <a:cubicBezTo>
                      <a:pt x="26" y="174"/>
                      <a:pt x="19" y="166"/>
                      <a:pt x="15" y="158"/>
                    </a:cubicBezTo>
                    <a:cubicBezTo>
                      <a:pt x="7" y="145"/>
                      <a:pt x="5" y="129"/>
                      <a:pt x="4" y="113"/>
                    </a:cubicBezTo>
                    <a:cubicBezTo>
                      <a:pt x="1" y="79"/>
                      <a:pt x="0" y="44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44"/>
                      <a:pt x="3" y="79"/>
                      <a:pt x="6" y="113"/>
                    </a:cubicBezTo>
                    <a:cubicBezTo>
                      <a:pt x="7" y="129"/>
                      <a:pt x="9" y="144"/>
                      <a:pt x="17" y="157"/>
                    </a:cubicBezTo>
                    <a:cubicBezTo>
                      <a:pt x="21" y="165"/>
                      <a:pt x="28" y="172"/>
                      <a:pt x="37" y="179"/>
                    </a:cubicBezTo>
                    <a:cubicBezTo>
                      <a:pt x="42" y="183"/>
                      <a:pt x="47" y="186"/>
                      <a:pt x="52" y="187"/>
                    </a:cubicBezTo>
                    <a:cubicBezTo>
                      <a:pt x="64" y="191"/>
                      <a:pt x="77" y="189"/>
                      <a:pt x="87" y="187"/>
                    </a:cubicBezTo>
                    <a:cubicBezTo>
                      <a:pt x="98" y="185"/>
                      <a:pt x="113" y="180"/>
                      <a:pt x="122" y="170"/>
                    </a:cubicBezTo>
                    <a:cubicBezTo>
                      <a:pt x="131" y="158"/>
                      <a:pt x="132" y="142"/>
                      <a:pt x="133" y="125"/>
                    </a:cubicBezTo>
                    <a:cubicBezTo>
                      <a:pt x="133" y="84"/>
                      <a:pt x="133" y="42"/>
                      <a:pt x="13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42"/>
                      <a:pt x="135" y="84"/>
                      <a:pt x="135" y="125"/>
                    </a:cubicBezTo>
                    <a:cubicBezTo>
                      <a:pt x="134" y="142"/>
                      <a:pt x="133" y="159"/>
                      <a:pt x="123" y="171"/>
                    </a:cubicBezTo>
                    <a:cubicBezTo>
                      <a:pt x="114" y="182"/>
                      <a:pt x="98" y="187"/>
                      <a:pt x="87" y="189"/>
                    </a:cubicBezTo>
                    <a:cubicBezTo>
                      <a:pt x="81" y="190"/>
                      <a:pt x="75" y="192"/>
                      <a:pt x="67" y="1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5017239" y="4003846"/>
                <a:ext cx="323628" cy="530514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77" extrusionOk="0">
                    <a:moveTo>
                      <a:pt x="54" y="177"/>
                    </a:moveTo>
                    <a:cubicBezTo>
                      <a:pt x="52" y="177"/>
                      <a:pt x="51" y="176"/>
                      <a:pt x="49" y="176"/>
                    </a:cubicBezTo>
                    <a:cubicBezTo>
                      <a:pt x="34" y="175"/>
                      <a:pt x="20" y="166"/>
                      <a:pt x="14" y="154"/>
                    </a:cubicBezTo>
                    <a:cubicBezTo>
                      <a:pt x="9" y="145"/>
                      <a:pt x="8" y="133"/>
                      <a:pt x="7" y="124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1" y="35"/>
                      <a:pt x="0" y="22"/>
                      <a:pt x="2" y="9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2" y="22"/>
                      <a:pt x="3" y="35"/>
                      <a:pt x="4" y="48"/>
                    </a:cubicBezTo>
                    <a:cubicBezTo>
                      <a:pt x="9" y="123"/>
                      <a:pt x="9" y="123"/>
                      <a:pt x="9" y="123"/>
                    </a:cubicBezTo>
                    <a:cubicBezTo>
                      <a:pt x="10" y="133"/>
                      <a:pt x="11" y="144"/>
                      <a:pt x="16" y="153"/>
                    </a:cubicBezTo>
                    <a:cubicBezTo>
                      <a:pt x="22" y="165"/>
                      <a:pt x="35" y="173"/>
                      <a:pt x="49" y="174"/>
                    </a:cubicBezTo>
                    <a:cubicBezTo>
                      <a:pt x="62" y="176"/>
                      <a:pt x="76" y="172"/>
                      <a:pt x="88" y="163"/>
                    </a:cubicBezTo>
                    <a:cubicBezTo>
                      <a:pt x="93" y="160"/>
                      <a:pt x="96" y="157"/>
                      <a:pt x="98" y="154"/>
                    </a:cubicBezTo>
                    <a:cubicBezTo>
                      <a:pt x="104" y="145"/>
                      <a:pt x="105" y="134"/>
                      <a:pt x="105" y="123"/>
                    </a:cubicBezTo>
                    <a:cubicBezTo>
                      <a:pt x="106" y="82"/>
                      <a:pt x="105" y="41"/>
                      <a:pt x="101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7" y="41"/>
                      <a:pt x="108" y="82"/>
                      <a:pt x="107" y="123"/>
                    </a:cubicBezTo>
                    <a:cubicBezTo>
                      <a:pt x="107" y="134"/>
                      <a:pt x="106" y="146"/>
                      <a:pt x="100" y="155"/>
                    </a:cubicBezTo>
                    <a:cubicBezTo>
                      <a:pt x="97" y="158"/>
                      <a:pt x="94" y="162"/>
                      <a:pt x="89" y="165"/>
                    </a:cubicBezTo>
                    <a:cubicBezTo>
                      <a:pt x="78" y="172"/>
                      <a:pt x="66" y="177"/>
                      <a:pt x="54" y="1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5064527" y="4009757"/>
                <a:ext cx="226096" cy="471403"/>
              </a:xfrm>
              <a:custGeom>
                <a:avLst/>
                <a:gdLst/>
                <a:ahLst/>
                <a:cxnLst/>
                <a:rect l="l" t="t" r="r" b="b"/>
                <a:pathLst>
                  <a:path w="75" h="157" extrusionOk="0">
                    <a:moveTo>
                      <a:pt x="43" y="157"/>
                    </a:moveTo>
                    <a:cubicBezTo>
                      <a:pt x="40" y="157"/>
                      <a:pt x="36" y="157"/>
                      <a:pt x="33" y="155"/>
                    </a:cubicBezTo>
                    <a:cubicBezTo>
                      <a:pt x="24" y="152"/>
                      <a:pt x="16" y="145"/>
                      <a:pt x="13" y="136"/>
                    </a:cubicBezTo>
                    <a:cubicBezTo>
                      <a:pt x="11" y="131"/>
                      <a:pt x="10" y="124"/>
                      <a:pt x="10" y="118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12" y="118"/>
                      <a:pt x="12" y="118"/>
                      <a:pt x="12" y="118"/>
                    </a:cubicBezTo>
                    <a:cubicBezTo>
                      <a:pt x="12" y="124"/>
                      <a:pt x="13" y="130"/>
                      <a:pt x="15" y="136"/>
                    </a:cubicBezTo>
                    <a:cubicBezTo>
                      <a:pt x="18" y="144"/>
                      <a:pt x="25" y="151"/>
                      <a:pt x="34" y="154"/>
                    </a:cubicBezTo>
                    <a:cubicBezTo>
                      <a:pt x="42" y="156"/>
                      <a:pt x="52" y="155"/>
                      <a:pt x="60" y="150"/>
                    </a:cubicBezTo>
                    <a:cubicBezTo>
                      <a:pt x="64" y="147"/>
                      <a:pt x="68" y="144"/>
                      <a:pt x="70" y="139"/>
                    </a:cubicBezTo>
                    <a:cubicBezTo>
                      <a:pt x="72" y="134"/>
                      <a:pt x="72" y="128"/>
                      <a:pt x="72" y="123"/>
                    </a:cubicBezTo>
                    <a:cubicBezTo>
                      <a:pt x="73" y="104"/>
                      <a:pt x="73" y="104"/>
                      <a:pt x="73" y="104"/>
                    </a:cubicBezTo>
                    <a:cubicBezTo>
                      <a:pt x="73" y="95"/>
                      <a:pt x="73" y="85"/>
                      <a:pt x="73" y="76"/>
                    </a:cubicBezTo>
                    <a:cubicBezTo>
                      <a:pt x="73" y="51"/>
                      <a:pt x="70" y="25"/>
                      <a:pt x="67" y="1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72" y="25"/>
                      <a:pt x="75" y="51"/>
                      <a:pt x="75" y="76"/>
                    </a:cubicBezTo>
                    <a:cubicBezTo>
                      <a:pt x="75" y="85"/>
                      <a:pt x="75" y="95"/>
                      <a:pt x="75" y="104"/>
                    </a:cubicBezTo>
                    <a:cubicBezTo>
                      <a:pt x="74" y="123"/>
                      <a:pt x="74" y="123"/>
                      <a:pt x="74" y="123"/>
                    </a:cubicBezTo>
                    <a:cubicBezTo>
                      <a:pt x="74" y="129"/>
                      <a:pt x="74" y="135"/>
                      <a:pt x="71" y="140"/>
                    </a:cubicBezTo>
                    <a:cubicBezTo>
                      <a:pt x="69" y="145"/>
                      <a:pt x="66" y="149"/>
                      <a:pt x="61" y="152"/>
                    </a:cubicBezTo>
                    <a:cubicBezTo>
                      <a:pt x="56" y="155"/>
                      <a:pt x="49" y="157"/>
                      <a:pt x="43" y="1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5104427" y="4033402"/>
                <a:ext cx="152209" cy="396038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2" extrusionOk="0">
                    <a:moveTo>
                      <a:pt x="31" y="132"/>
                    </a:moveTo>
                    <a:cubicBezTo>
                      <a:pt x="29" y="132"/>
                      <a:pt x="28" y="132"/>
                      <a:pt x="26" y="132"/>
                    </a:cubicBezTo>
                    <a:cubicBezTo>
                      <a:pt x="18" y="130"/>
                      <a:pt x="11" y="124"/>
                      <a:pt x="8" y="115"/>
                    </a:cubicBezTo>
                    <a:cubicBezTo>
                      <a:pt x="6" y="109"/>
                      <a:pt x="5" y="104"/>
                      <a:pt x="5" y="98"/>
                    </a:cubicBezTo>
                    <a:cubicBezTo>
                      <a:pt x="1" y="67"/>
                      <a:pt x="0" y="35"/>
                      <a:pt x="0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5"/>
                      <a:pt x="3" y="67"/>
                      <a:pt x="7" y="98"/>
                    </a:cubicBezTo>
                    <a:cubicBezTo>
                      <a:pt x="7" y="104"/>
                      <a:pt x="8" y="109"/>
                      <a:pt x="10" y="114"/>
                    </a:cubicBezTo>
                    <a:cubicBezTo>
                      <a:pt x="13" y="122"/>
                      <a:pt x="19" y="128"/>
                      <a:pt x="27" y="130"/>
                    </a:cubicBezTo>
                    <a:cubicBezTo>
                      <a:pt x="35" y="132"/>
                      <a:pt x="44" y="127"/>
                      <a:pt x="47" y="120"/>
                    </a:cubicBezTo>
                    <a:cubicBezTo>
                      <a:pt x="47" y="117"/>
                      <a:pt x="48" y="114"/>
                      <a:pt x="48" y="112"/>
                    </a:cubicBezTo>
                    <a:cubicBezTo>
                      <a:pt x="49" y="75"/>
                      <a:pt x="48" y="37"/>
                      <a:pt x="44" y="1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0" y="37"/>
                      <a:pt x="51" y="75"/>
                      <a:pt x="50" y="112"/>
                    </a:cubicBezTo>
                    <a:cubicBezTo>
                      <a:pt x="50" y="114"/>
                      <a:pt x="49" y="118"/>
                      <a:pt x="48" y="121"/>
                    </a:cubicBezTo>
                    <a:cubicBezTo>
                      <a:pt x="46" y="128"/>
                      <a:pt x="39" y="132"/>
                      <a:pt x="3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5139893" y="4021580"/>
                <a:ext cx="87187" cy="360572"/>
              </a:xfrm>
              <a:custGeom>
                <a:avLst/>
                <a:gdLst/>
                <a:ahLst/>
                <a:cxnLst/>
                <a:rect l="l" t="t" r="r" b="b"/>
                <a:pathLst>
                  <a:path w="29" h="120" extrusionOk="0">
                    <a:moveTo>
                      <a:pt x="19" y="120"/>
                    </a:moveTo>
                    <a:cubicBezTo>
                      <a:pt x="18" y="120"/>
                      <a:pt x="17" y="120"/>
                      <a:pt x="17" y="119"/>
                    </a:cubicBezTo>
                    <a:cubicBezTo>
                      <a:pt x="13" y="119"/>
                      <a:pt x="10" y="117"/>
                      <a:pt x="8" y="113"/>
                    </a:cubicBezTo>
                    <a:cubicBezTo>
                      <a:pt x="4" y="108"/>
                      <a:pt x="4" y="102"/>
                      <a:pt x="3" y="96"/>
                    </a:cubicBezTo>
                    <a:cubicBezTo>
                      <a:pt x="2" y="66"/>
                      <a:pt x="0" y="36"/>
                      <a:pt x="0" y="7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36"/>
                      <a:pt x="4" y="66"/>
                      <a:pt x="5" y="96"/>
                    </a:cubicBezTo>
                    <a:cubicBezTo>
                      <a:pt x="6" y="101"/>
                      <a:pt x="6" y="108"/>
                      <a:pt x="9" y="112"/>
                    </a:cubicBezTo>
                    <a:cubicBezTo>
                      <a:pt x="11" y="115"/>
                      <a:pt x="14" y="117"/>
                      <a:pt x="17" y="117"/>
                    </a:cubicBezTo>
                    <a:cubicBezTo>
                      <a:pt x="19" y="118"/>
                      <a:pt x="21" y="118"/>
                      <a:pt x="23" y="116"/>
                    </a:cubicBezTo>
                    <a:cubicBezTo>
                      <a:pt x="27" y="113"/>
                      <a:pt x="27" y="107"/>
                      <a:pt x="27" y="102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9" y="101"/>
                      <a:pt x="29" y="101"/>
                      <a:pt x="29" y="101"/>
                    </a:cubicBezTo>
                    <a:cubicBezTo>
                      <a:pt x="29" y="107"/>
                      <a:pt x="29" y="114"/>
                      <a:pt x="24" y="118"/>
                    </a:cubicBezTo>
                    <a:cubicBezTo>
                      <a:pt x="23" y="119"/>
                      <a:pt x="21" y="120"/>
                      <a:pt x="19" y="1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74" name="Google Shape;174;p11"/>
            <p:cNvSpPr/>
            <p:nvPr/>
          </p:nvSpPr>
          <p:spPr>
            <a:xfrm flipH="1">
              <a:off x="-891851" y="4135499"/>
              <a:ext cx="3213900" cy="2014625"/>
            </a:xfrm>
            <a:custGeom>
              <a:avLst/>
              <a:gdLst/>
              <a:ahLst/>
              <a:cxnLst/>
              <a:rect l="l" t="t" r="r" b="b"/>
              <a:pathLst>
                <a:path w="800" h="501" extrusionOk="0">
                  <a:moveTo>
                    <a:pt x="1" y="501"/>
                  </a:moveTo>
                  <a:cubicBezTo>
                    <a:pt x="0" y="499"/>
                    <a:pt x="0" y="499"/>
                    <a:pt x="0" y="499"/>
                  </a:cubicBezTo>
                  <a:cubicBezTo>
                    <a:pt x="2" y="498"/>
                    <a:pt x="2" y="498"/>
                    <a:pt x="2" y="498"/>
                  </a:cubicBezTo>
                  <a:cubicBezTo>
                    <a:pt x="61" y="472"/>
                    <a:pt x="123" y="445"/>
                    <a:pt x="183" y="417"/>
                  </a:cubicBezTo>
                  <a:cubicBezTo>
                    <a:pt x="206" y="407"/>
                    <a:pt x="232" y="395"/>
                    <a:pt x="250" y="375"/>
                  </a:cubicBezTo>
                  <a:cubicBezTo>
                    <a:pt x="261" y="363"/>
                    <a:pt x="269" y="347"/>
                    <a:pt x="277" y="332"/>
                  </a:cubicBezTo>
                  <a:cubicBezTo>
                    <a:pt x="290" y="305"/>
                    <a:pt x="304" y="278"/>
                    <a:pt x="317" y="251"/>
                  </a:cubicBezTo>
                  <a:cubicBezTo>
                    <a:pt x="318" y="248"/>
                    <a:pt x="318" y="248"/>
                    <a:pt x="318" y="248"/>
                  </a:cubicBezTo>
                  <a:cubicBezTo>
                    <a:pt x="326" y="231"/>
                    <a:pt x="334" y="213"/>
                    <a:pt x="348" y="199"/>
                  </a:cubicBezTo>
                  <a:cubicBezTo>
                    <a:pt x="358" y="188"/>
                    <a:pt x="371" y="181"/>
                    <a:pt x="383" y="173"/>
                  </a:cubicBezTo>
                  <a:cubicBezTo>
                    <a:pt x="593" y="47"/>
                    <a:pt x="593" y="47"/>
                    <a:pt x="593" y="47"/>
                  </a:cubicBezTo>
                  <a:cubicBezTo>
                    <a:pt x="604" y="41"/>
                    <a:pt x="615" y="34"/>
                    <a:pt x="628" y="29"/>
                  </a:cubicBezTo>
                  <a:cubicBezTo>
                    <a:pt x="642" y="24"/>
                    <a:pt x="657" y="22"/>
                    <a:pt x="671" y="20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800" y="2"/>
                    <a:pt x="800" y="2"/>
                    <a:pt x="800" y="2"/>
                  </a:cubicBezTo>
                  <a:cubicBezTo>
                    <a:pt x="671" y="22"/>
                    <a:pt x="671" y="22"/>
                    <a:pt x="671" y="22"/>
                  </a:cubicBezTo>
                  <a:cubicBezTo>
                    <a:pt x="657" y="24"/>
                    <a:pt x="642" y="26"/>
                    <a:pt x="628" y="31"/>
                  </a:cubicBezTo>
                  <a:cubicBezTo>
                    <a:pt x="616" y="36"/>
                    <a:pt x="605" y="42"/>
                    <a:pt x="594" y="49"/>
                  </a:cubicBezTo>
                  <a:cubicBezTo>
                    <a:pt x="384" y="175"/>
                    <a:pt x="384" y="175"/>
                    <a:pt x="384" y="175"/>
                  </a:cubicBezTo>
                  <a:cubicBezTo>
                    <a:pt x="372" y="182"/>
                    <a:pt x="359" y="190"/>
                    <a:pt x="349" y="200"/>
                  </a:cubicBezTo>
                  <a:cubicBezTo>
                    <a:pt x="336" y="214"/>
                    <a:pt x="328" y="232"/>
                    <a:pt x="320" y="249"/>
                  </a:cubicBezTo>
                  <a:cubicBezTo>
                    <a:pt x="318" y="252"/>
                    <a:pt x="318" y="252"/>
                    <a:pt x="318" y="252"/>
                  </a:cubicBezTo>
                  <a:cubicBezTo>
                    <a:pt x="306" y="279"/>
                    <a:pt x="292" y="306"/>
                    <a:pt x="279" y="333"/>
                  </a:cubicBezTo>
                  <a:cubicBezTo>
                    <a:pt x="271" y="348"/>
                    <a:pt x="263" y="364"/>
                    <a:pt x="251" y="377"/>
                  </a:cubicBezTo>
                  <a:cubicBezTo>
                    <a:pt x="233" y="397"/>
                    <a:pt x="207" y="409"/>
                    <a:pt x="184" y="419"/>
                  </a:cubicBezTo>
                  <a:cubicBezTo>
                    <a:pt x="123" y="446"/>
                    <a:pt x="62" y="474"/>
                    <a:pt x="3" y="500"/>
                  </a:cubicBezTo>
                  <a:lnTo>
                    <a:pt x="1" y="5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3"/>
          <p:cNvGrpSpPr/>
          <p:nvPr/>
        </p:nvGrpSpPr>
        <p:grpSpPr>
          <a:xfrm>
            <a:off x="0" y="0"/>
            <a:ext cx="9143925" cy="5137350"/>
            <a:chOff x="0" y="0"/>
            <a:chExt cx="9143925" cy="5137350"/>
          </a:xfrm>
        </p:grpSpPr>
        <p:sp>
          <p:nvSpPr>
            <p:cNvPr id="178" name="Google Shape;178;p13"/>
            <p:cNvSpPr/>
            <p:nvPr/>
          </p:nvSpPr>
          <p:spPr>
            <a:xfrm>
              <a:off x="8817825" y="2571750"/>
              <a:ext cx="326100" cy="2565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0" y="0"/>
              <a:ext cx="4572000" cy="24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</p:grpSp>
      <p:grpSp>
        <p:nvGrpSpPr>
          <p:cNvPr id="180" name="Google Shape;180;p13"/>
          <p:cNvGrpSpPr/>
          <p:nvPr/>
        </p:nvGrpSpPr>
        <p:grpSpPr>
          <a:xfrm>
            <a:off x="-1738109" y="-838522"/>
            <a:ext cx="12446858" cy="6508775"/>
            <a:chOff x="-1738109" y="-838522"/>
            <a:chExt cx="12446858" cy="6508775"/>
          </a:xfrm>
        </p:grpSpPr>
        <p:sp>
          <p:nvSpPr>
            <p:cNvPr id="181" name="Google Shape;181;p13"/>
            <p:cNvSpPr/>
            <p:nvPr/>
          </p:nvSpPr>
          <p:spPr>
            <a:xfrm>
              <a:off x="7454724" y="-838522"/>
              <a:ext cx="3254025" cy="1670575"/>
            </a:xfrm>
            <a:custGeom>
              <a:avLst/>
              <a:gdLst/>
              <a:ahLst/>
              <a:cxnLst/>
              <a:rect l="l" t="t" r="r" b="b"/>
              <a:pathLst>
                <a:path w="846" h="434" extrusionOk="0">
                  <a:moveTo>
                    <a:pt x="486" y="434"/>
                  </a:moveTo>
                  <a:cubicBezTo>
                    <a:pt x="477" y="434"/>
                    <a:pt x="469" y="433"/>
                    <a:pt x="461" y="433"/>
                  </a:cubicBezTo>
                  <a:cubicBezTo>
                    <a:pt x="422" y="431"/>
                    <a:pt x="382" y="427"/>
                    <a:pt x="343" y="421"/>
                  </a:cubicBezTo>
                  <a:cubicBezTo>
                    <a:pt x="323" y="418"/>
                    <a:pt x="303" y="414"/>
                    <a:pt x="287" y="404"/>
                  </a:cubicBezTo>
                  <a:cubicBezTo>
                    <a:pt x="265" y="390"/>
                    <a:pt x="251" y="367"/>
                    <a:pt x="239" y="346"/>
                  </a:cubicBezTo>
                  <a:cubicBezTo>
                    <a:pt x="76" y="63"/>
                    <a:pt x="76" y="63"/>
                    <a:pt x="76" y="63"/>
                  </a:cubicBezTo>
                  <a:cubicBezTo>
                    <a:pt x="68" y="49"/>
                    <a:pt x="59" y="33"/>
                    <a:pt x="46" y="22"/>
                  </a:cubicBezTo>
                  <a:cubicBezTo>
                    <a:pt x="33" y="9"/>
                    <a:pt x="15" y="2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6" y="0"/>
                    <a:pt x="34" y="7"/>
                    <a:pt x="48" y="20"/>
                  </a:cubicBezTo>
                  <a:cubicBezTo>
                    <a:pt x="61" y="32"/>
                    <a:pt x="70" y="47"/>
                    <a:pt x="78" y="62"/>
                  </a:cubicBezTo>
                  <a:cubicBezTo>
                    <a:pt x="241" y="345"/>
                    <a:pt x="241" y="345"/>
                    <a:pt x="241" y="345"/>
                  </a:cubicBezTo>
                  <a:cubicBezTo>
                    <a:pt x="253" y="366"/>
                    <a:pt x="266" y="389"/>
                    <a:pt x="288" y="402"/>
                  </a:cubicBezTo>
                  <a:cubicBezTo>
                    <a:pt x="304" y="412"/>
                    <a:pt x="323" y="416"/>
                    <a:pt x="343" y="419"/>
                  </a:cubicBezTo>
                  <a:cubicBezTo>
                    <a:pt x="382" y="425"/>
                    <a:pt x="422" y="429"/>
                    <a:pt x="461" y="431"/>
                  </a:cubicBezTo>
                  <a:cubicBezTo>
                    <a:pt x="478" y="432"/>
                    <a:pt x="497" y="432"/>
                    <a:pt x="515" y="430"/>
                  </a:cubicBezTo>
                  <a:cubicBezTo>
                    <a:pt x="528" y="427"/>
                    <a:pt x="541" y="423"/>
                    <a:pt x="554" y="419"/>
                  </a:cubicBezTo>
                  <a:cubicBezTo>
                    <a:pt x="654" y="388"/>
                    <a:pt x="751" y="344"/>
                    <a:pt x="846" y="303"/>
                  </a:cubicBezTo>
                  <a:cubicBezTo>
                    <a:pt x="846" y="305"/>
                    <a:pt x="846" y="305"/>
                    <a:pt x="846" y="305"/>
                  </a:cubicBezTo>
                  <a:cubicBezTo>
                    <a:pt x="752" y="346"/>
                    <a:pt x="654" y="390"/>
                    <a:pt x="554" y="421"/>
                  </a:cubicBezTo>
                  <a:cubicBezTo>
                    <a:pt x="542" y="425"/>
                    <a:pt x="528" y="429"/>
                    <a:pt x="515" y="432"/>
                  </a:cubicBezTo>
                  <a:cubicBezTo>
                    <a:pt x="505" y="433"/>
                    <a:pt x="495" y="434"/>
                    <a:pt x="486" y="4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82" name="Google Shape;182;p13"/>
            <p:cNvGrpSpPr/>
            <p:nvPr/>
          </p:nvGrpSpPr>
          <p:grpSpPr>
            <a:xfrm>
              <a:off x="-1738109" y="3546582"/>
              <a:ext cx="2312442" cy="2123670"/>
              <a:chOff x="3447864" y="2257141"/>
              <a:chExt cx="1013740" cy="930985"/>
            </a:xfrm>
          </p:grpSpPr>
          <p:sp>
            <p:nvSpPr>
              <p:cNvPr id="183" name="Google Shape;183;p13"/>
              <p:cNvSpPr/>
              <p:nvPr/>
            </p:nvSpPr>
            <p:spPr>
              <a:xfrm>
                <a:off x="3447864" y="2257141"/>
                <a:ext cx="1013740" cy="93098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10" extrusionOk="0">
                    <a:moveTo>
                      <a:pt x="206" y="309"/>
                    </a:moveTo>
                    <a:cubicBezTo>
                      <a:pt x="164" y="309"/>
                      <a:pt x="122" y="295"/>
                      <a:pt x="85" y="282"/>
                    </a:cubicBezTo>
                    <a:cubicBezTo>
                      <a:pt x="57" y="273"/>
                      <a:pt x="57" y="273"/>
                      <a:pt x="57" y="273"/>
                    </a:cubicBezTo>
                    <a:cubicBezTo>
                      <a:pt x="48" y="270"/>
                      <a:pt x="38" y="267"/>
                      <a:pt x="31" y="260"/>
                    </a:cubicBezTo>
                    <a:cubicBezTo>
                      <a:pt x="20" y="249"/>
                      <a:pt x="17" y="234"/>
                      <a:pt x="15" y="218"/>
                    </a:cubicBezTo>
                    <a:cubicBezTo>
                      <a:pt x="6" y="157"/>
                      <a:pt x="6" y="157"/>
                      <a:pt x="6" y="157"/>
                    </a:cubicBezTo>
                    <a:cubicBezTo>
                      <a:pt x="3" y="140"/>
                      <a:pt x="0" y="119"/>
                      <a:pt x="7" y="101"/>
                    </a:cubicBezTo>
                    <a:cubicBezTo>
                      <a:pt x="14" y="84"/>
                      <a:pt x="28" y="72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61" y="47"/>
                      <a:pt x="84" y="34"/>
                      <a:pt x="108" y="23"/>
                    </a:cubicBezTo>
                    <a:cubicBezTo>
                      <a:pt x="128" y="15"/>
                      <a:pt x="156" y="3"/>
                      <a:pt x="180" y="2"/>
                    </a:cubicBezTo>
                    <a:cubicBezTo>
                      <a:pt x="194" y="1"/>
                      <a:pt x="211" y="0"/>
                      <a:pt x="226" y="5"/>
                    </a:cubicBezTo>
                    <a:cubicBezTo>
                      <a:pt x="243" y="11"/>
                      <a:pt x="258" y="23"/>
                      <a:pt x="274" y="43"/>
                    </a:cubicBezTo>
                    <a:cubicBezTo>
                      <a:pt x="294" y="67"/>
                      <a:pt x="311" y="97"/>
                      <a:pt x="327" y="136"/>
                    </a:cubicBezTo>
                    <a:cubicBezTo>
                      <a:pt x="333" y="149"/>
                      <a:pt x="338" y="163"/>
                      <a:pt x="337" y="177"/>
                    </a:cubicBezTo>
                    <a:cubicBezTo>
                      <a:pt x="336" y="194"/>
                      <a:pt x="327" y="208"/>
                      <a:pt x="319" y="221"/>
                    </a:cubicBezTo>
                    <a:cubicBezTo>
                      <a:pt x="305" y="244"/>
                      <a:pt x="305" y="244"/>
                      <a:pt x="305" y="244"/>
                    </a:cubicBezTo>
                    <a:cubicBezTo>
                      <a:pt x="293" y="264"/>
                      <a:pt x="279" y="288"/>
                      <a:pt x="256" y="300"/>
                    </a:cubicBezTo>
                    <a:cubicBezTo>
                      <a:pt x="246" y="305"/>
                      <a:pt x="234" y="307"/>
                      <a:pt x="219" y="309"/>
                    </a:cubicBezTo>
                    <a:cubicBezTo>
                      <a:pt x="215" y="309"/>
                      <a:pt x="210" y="309"/>
                      <a:pt x="206" y="309"/>
                    </a:cubicBezTo>
                    <a:close/>
                    <a:moveTo>
                      <a:pt x="41" y="64"/>
                    </a:moveTo>
                    <a:cubicBezTo>
                      <a:pt x="41" y="64"/>
                      <a:pt x="41" y="64"/>
                      <a:pt x="41" y="64"/>
                    </a:cubicBezTo>
                    <a:cubicBezTo>
                      <a:pt x="29" y="74"/>
                      <a:pt x="15" y="85"/>
                      <a:pt x="9" y="101"/>
                    </a:cubicBezTo>
                    <a:cubicBezTo>
                      <a:pt x="2" y="119"/>
                      <a:pt x="5" y="139"/>
                      <a:pt x="8" y="156"/>
                    </a:cubicBezTo>
                    <a:cubicBezTo>
                      <a:pt x="17" y="217"/>
                      <a:pt x="17" y="217"/>
                      <a:pt x="17" y="217"/>
                    </a:cubicBezTo>
                    <a:cubicBezTo>
                      <a:pt x="19" y="233"/>
                      <a:pt x="22" y="248"/>
                      <a:pt x="32" y="258"/>
                    </a:cubicBezTo>
                    <a:cubicBezTo>
                      <a:pt x="39" y="265"/>
                      <a:pt x="49" y="268"/>
                      <a:pt x="58" y="271"/>
                    </a:cubicBezTo>
                    <a:cubicBezTo>
                      <a:pt x="86" y="281"/>
                      <a:pt x="86" y="281"/>
                      <a:pt x="86" y="281"/>
                    </a:cubicBezTo>
                    <a:cubicBezTo>
                      <a:pt x="127" y="294"/>
                      <a:pt x="173" y="310"/>
                      <a:pt x="219" y="307"/>
                    </a:cubicBezTo>
                    <a:cubicBezTo>
                      <a:pt x="234" y="305"/>
                      <a:pt x="245" y="303"/>
                      <a:pt x="255" y="298"/>
                    </a:cubicBezTo>
                    <a:cubicBezTo>
                      <a:pt x="277" y="287"/>
                      <a:pt x="292" y="263"/>
                      <a:pt x="303" y="243"/>
                    </a:cubicBezTo>
                    <a:cubicBezTo>
                      <a:pt x="317" y="220"/>
                      <a:pt x="317" y="220"/>
                      <a:pt x="317" y="220"/>
                    </a:cubicBezTo>
                    <a:cubicBezTo>
                      <a:pt x="325" y="207"/>
                      <a:pt x="334" y="193"/>
                      <a:pt x="335" y="177"/>
                    </a:cubicBezTo>
                    <a:cubicBezTo>
                      <a:pt x="336" y="163"/>
                      <a:pt x="331" y="150"/>
                      <a:pt x="325" y="137"/>
                    </a:cubicBezTo>
                    <a:cubicBezTo>
                      <a:pt x="309" y="98"/>
                      <a:pt x="292" y="69"/>
                      <a:pt x="273" y="44"/>
                    </a:cubicBezTo>
                    <a:cubicBezTo>
                      <a:pt x="257" y="24"/>
                      <a:pt x="242" y="12"/>
                      <a:pt x="225" y="7"/>
                    </a:cubicBezTo>
                    <a:cubicBezTo>
                      <a:pt x="211" y="3"/>
                      <a:pt x="195" y="3"/>
                      <a:pt x="180" y="4"/>
                    </a:cubicBezTo>
                    <a:cubicBezTo>
                      <a:pt x="156" y="5"/>
                      <a:pt x="129" y="16"/>
                      <a:pt x="109" y="25"/>
                    </a:cubicBezTo>
                    <a:cubicBezTo>
                      <a:pt x="85" y="35"/>
                      <a:pt x="62" y="49"/>
                      <a:pt x="41" y="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84" name="Google Shape;184;p13"/>
              <p:cNvSpPr/>
              <p:nvPr/>
            </p:nvSpPr>
            <p:spPr>
              <a:xfrm>
                <a:off x="3573473" y="2350240"/>
                <a:ext cx="768432" cy="744788"/>
              </a:xfrm>
              <a:custGeom>
                <a:avLst/>
                <a:gdLst/>
                <a:ahLst/>
                <a:cxnLst/>
                <a:rect l="l" t="t" r="r" b="b"/>
                <a:pathLst>
                  <a:path w="256" h="248" extrusionOk="0">
                    <a:moveTo>
                      <a:pt x="146" y="246"/>
                    </a:moveTo>
                    <a:cubicBezTo>
                      <a:pt x="139" y="246"/>
                      <a:pt x="131" y="246"/>
                      <a:pt x="124" y="244"/>
                    </a:cubicBezTo>
                    <a:cubicBezTo>
                      <a:pt x="94" y="239"/>
                      <a:pt x="66" y="225"/>
                      <a:pt x="41" y="211"/>
                    </a:cubicBezTo>
                    <a:cubicBezTo>
                      <a:pt x="28" y="203"/>
                      <a:pt x="15" y="196"/>
                      <a:pt x="9" y="183"/>
                    </a:cubicBezTo>
                    <a:cubicBezTo>
                      <a:pt x="5" y="176"/>
                      <a:pt x="4" y="168"/>
                      <a:pt x="4" y="160"/>
                    </a:cubicBezTo>
                    <a:cubicBezTo>
                      <a:pt x="2" y="148"/>
                      <a:pt x="1" y="135"/>
                      <a:pt x="1" y="122"/>
                    </a:cubicBezTo>
                    <a:cubicBezTo>
                      <a:pt x="0" y="106"/>
                      <a:pt x="0" y="89"/>
                      <a:pt x="4" y="73"/>
                    </a:cubicBezTo>
                    <a:cubicBezTo>
                      <a:pt x="7" y="60"/>
                      <a:pt x="13" y="42"/>
                      <a:pt x="28" y="29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48" y="12"/>
                      <a:pt x="75" y="2"/>
                      <a:pt x="109" y="0"/>
                    </a:cubicBezTo>
                    <a:cubicBezTo>
                      <a:pt x="122" y="0"/>
                      <a:pt x="133" y="1"/>
                      <a:pt x="143" y="3"/>
                    </a:cubicBezTo>
                    <a:cubicBezTo>
                      <a:pt x="161" y="8"/>
                      <a:pt x="179" y="18"/>
                      <a:pt x="195" y="34"/>
                    </a:cubicBezTo>
                    <a:cubicBezTo>
                      <a:pt x="210" y="50"/>
                      <a:pt x="222" y="68"/>
                      <a:pt x="232" y="84"/>
                    </a:cubicBezTo>
                    <a:cubicBezTo>
                      <a:pt x="244" y="105"/>
                      <a:pt x="256" y="128"/>
                      <a:pt x="253" y="153"/>
                    </a:cubicBezTo>
                    <a:cubicBezTo>
                      <a:pt x="250" y="170"/>
                      <a:pt x="241" y="185"/>
                      <a:pt x="232" y="198"/>
                    </a:cubicBezTo>
                    <a:cubicBezTo>
                      <a:pt x="226" y="207"/>
                      <a:pt x="219" y="217"/>
                      <a:pt x="209" y="225"/>
                    </a:cubicBezTo>
                    <a:cubicBezTo>
                      <a:pt x="193" y="239"/>
                      <a:pt x="171" y="246"/>
                      <a:pt x="146" y="246"/>
                    </a:cubicBezTo>
                    <a:close/>
                    <a:moveTo>
                      <a:pt x="29" y="31"/>
                    </a:moveTo>
                    <a:cubicBezTo>
                      <a:pt x="15" y="43"/>
                      <a:pt x="8" y="61"/>
                      <a:pt x="6" y="73"/>
                    </a:cubicBezTo>
                    <a:cubicBezTo>
                      <a:pt x="2" y="90"/>
                      <a:pt x="2" y="106"/>
                      <a:pt x="3" y="122"/>
                    </a:cubicBezTo>
                    <a:cubicBezTo>
                      <a:pt x="3" y="135"/>
                      <a:pt x="4" y="147"/>
                      <a:pt x="5" y="160"/>
                    </a:cubicBezTo>
                    <a:cubicBezTo>
                      <a:pt x="6" y="168"/>
                      <a:pt x="7" y="175"/>
                      <a:pt x="11" y="182"/>
                    </a:cubicBezTo>
                    <a:cubicBezTo>
                      <a:pt x="17" y="194"/>
                      <a:pt x="29" y="202"/>
                      <a:pt x="42" y="209"/>
                    </a:cubicBezTo>
                    <a:cubicBezTo>
                      <a:pt x="67" y="223"/>
                      <a:pt x="94" y="237"/>
                      <a:pt x="124" y="242"/>
                    </a:cubicBezTo>
                    <a:cubicBezTo>
                      <a:pt x="156" y="248"/>
                      <a:pt x="188" y="241"/>
                      <a:pt x="208" y="223"/>
                    </a:cubicBezTo>
                    <a:cubicBezTo>
                      <a:pt x="217" y="216"/>
                      <a:pt x="224" y="206"/>
                      <a:pt x="230" y="197"/>
                    </a:cubicBezTo>
                    <a:cubicBezTo>
                      <a:pt x="239" y="184"/>
                      <a:pt x="248" y="169"/>
                      <a:pt x="251" y="152"/>
                    </a:cubicBezTo>
                    <a:cubicBezTo>
                      <a:pt x="254" y="129"/>
                      <a:pt x="242" y="106"/>
                      <a:pt x="230" y="85"/>
                    </a:cubicBezTo>
                    <a:cubicBezTo>
                      <a:pt x="220" y="69"/>
                      <a:pt x="209" y="51"/>
                      <a:pt x="194" y="36"/>
                    </a:cubicBezTo>
                    <a:cubicBezTo>
                      <a:pt x="178" y="20"/>
                      <a:pt x="161" y="9"/>
                      <a:pt x="143" y="5"/>
                    </a:cubicBezTo>
                    <a:cubicBezTo>
                      <a:pt x="133" y="2"/>
                      <a:pt x="122" y="2"/>
                      <a:pt x="109" y="2"/>
                    </a:cubicBezTo>
                    <a:cubicBezTo>
                      <a:pt x="76" y="4"/>
                      <a:pt x="49" y="13"/>
                      <a:pt x="29" y="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85" name="Google Shape;185;p13"/>
              <p:cNvSpPr/>
              <p:nvPr/>
            </p:nvSpPr>
            <p:spPr>
              <a:xfrm>
                <a:off x="3631106" y="2391617"/>
                <a:ext cx="629523" cy="636912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2" extrusionOk="0">
                    <a:moveTo>
                      <a:pt x="104" y="212"/>
                    </a:moveTo>
                    <a:cubicBezTo>
                      <a:pt x="87" y="212"/>
                      <a:pt x="69" y="206"/>
                      <a:pt x="53" y="193"/>
                    </a:cubicBezTo>
                    <a:cubicBezTo>
                      <a:pt x="36" y="181"/>
                      <a:pt x="23" y="166"/>
                      <a:pt x="10" y="150"/>
                    </a:cubicBezTo>
                    <a:cubicBezTo>
                      <a:pt x="7" y="146"/>
                      <a:pt x="3" y="142"/>
                      <a:pt x="2" y="137"/>
                    </a:cubicBezTo>
                    <a:cubicBezTo>
                      <a:pt x="0" y="132"/>
                      <a:pt x="0" y="128"/>
                      <a:pt x="1" y="123"/>
                    </a:cubicBezTo>
                    <a:cubicBezTo>
                      <a:pt x="2" y="96"/>
                      <a:pt x="6" y="69"/>
                      <a:pt x="13" y="43"/>
                    </a:cubicBezTo>
                    <a:cubicBezTo>
                      <a:pt x="24" y="4"/>
                      <a:pt x="56" y="0"/>
                      <a:pt x="86" y="2"/>
                    </a:cubicBezTo>
                    <a:cubicBezTo>
                      <a:pt x="102" y="3"/>
                      <a:pt x="119" y="5"/>
                      <a:pt x="133" y="13"/>
                    </a:cubicBezTo>
                    <a:cubicBezTo>
                      <a:pt x="142" y="18"/>
                      <a:pt x="149" y="26"/>
                      <a:pt x="156" y="34"/>
                    </a:cubicBezTo>
                    <a:cubicBezTo>
                      <a:pt x="166" y="46"/>
                      <a:pt x="176" y="58"/>
                      <a:pt x="186" y="70"/>
                    </a:cubicBezTo>
                    <a:cubicBezTo>
                      <a:pt x="194" y="81"/>
                      <a:pt x="205" y="94"/>
                      <a:pt x="207" y="109"/>
                    </a:cubicBezTo>
                    <a:cubicBezTo>
                      <a:pt x="210" y="132"/>
                      <a:pt x="194" y="152"/>
                      <a:pt x="180" y="168"/>
                    </a:cubicBezTo>
                    <a:cubicBezTo>
                      <a:pt x="163" y="187"/>
                      <a:pt x="139" y="210"/>
                      <a:pt x="109" y="212"/>
                    </a:cubicBezTo>
                    <a:cubicBezTo>
                      <a:pt x="108" y="212"/>
                      <a:pt x="106" y="212"/>
                      <a:pt x="104" y="212"/>
                    </a:cubicBezTo>
                    <a:close/>
                    <a:moveTo>
                      <a:pt x="75" y="4"/>
                    </a:moveTo>
                    <a:cubicBezTo>
                      <a:pt x="49" y="4"/>
                      <a:pt x="24" y="10"/>
                      <a:pt x="15" y="44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8" y="70"/>
                      <a:pt x="4" y="96"/>
                      <a:pt x="3" y="123"/>
                    </a:cubicBezTo>
                    <a:cubicBezTo>
                      <a:pt x="2" y="128"/>
                      <a:pt x="2" y="132"/>
                      <a:pt x="4" y="136"/>
                    </a:cubicBezTo>
                    <a:cubicBezTo>
                      <a:pt x="5" y="141"/>
                      <a:pt x="9" y="145"/>
                      <a:pt x="12" y="149"/>
                    </a:cubicBezTo>
                    <a:cubicBezTo>
                      <a:pt x="25" y="164"/>
                      <a:pt x="38" y="180"/>
                      <a:pt x="54" y="192"/>
                    </a:cubicBezTo>
                    <a:cubicBezTo>
                      <a:pt x="72" y="205"/>
                      <a:pt x="91" y="211"/>
                      <a:pt x="109" y="210"/>
                    </a:cubicBezTo>
                    <a:cubicBezTo>
                      <a:pt x="138" y="208"/>
                      <a:pt x="162" y="186"/>
                      <a:pt x="179" y="167"/>
                    </a:cubicBezTo>
                    <a:cubicBezTo>
                      <a:pt x="192" y="151"/>
                      <a:pt x="208" y="131"/>
                      <a:pt x="205" y="109"/>
                    </a:cubicBezTo>
                    <a:cubicBezTo>
                      <a:pt x="203" y="95"/>
                      <a:pt x="192" y="82"/>
                      <a:pt x="184" y="72"/>
                    </a:cubicBezTo>
                    <a:cubicBezTo>
                      <a:pt x="174" y="59"/>
                      <a:pt x="164" y="47"/>
                      <a:pt x="154" y="35"/>
                    </a:cubicBezTo>
                    <a:cubicBezTo>
                      <a:pt x="148" y="28"/>
                      <a:pt x="141" y="20"/>
                      <a:pt x="132" y="15"/>
                    </a:cubicBezTo>
                    <a:cubicBezTo>
                      <a:pt x="118" y="6"/>
                      <a:pt x="102" y="5"/>
                      <a:pt x="86" y="4"/>
                    </a:cubicBezTo>
                    <a:cubicBezTo>
                      <a:pt x="82" y="4"/>
                      <a:pt x="79" y="4"/>
                      <a:pt x="75" y="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>
                <a:off x="3684305" y="2466982"/>
                <a:ext cx="477314" cy="512781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71" extrusionOk="0">
                    <a:moveTo>
                      <a:pt x="64" y="171"/>
                    </a:moveTo>
                    <a:cubicBezTo>
                      <a:pt x="63" y="171"/>
                      <a:pt x="62" y="171"/>
                      <a:pt x="61" y="170"/>
                    </a:cubicBezTo>
                    <a:cubicBezTo>
                      <a:pt x="56" y="170"/>
                      <a:pt x="50" y="168"/>
                      <a:pt x="44" y="164"/>
                    </a:cubicBezTo>
                    <a:cubicBezTo>
                      <a:pt x="34" y="157"/>
                      <a:pt x="26" y="147"/>
                      <a:pt x="19" y="138"/>
                    </a:cubicBezTo>
                    <a:cubicBezTo>
                      <a:pt x="9" y="126"/>
                      <a:pt x="0" y="115"/>
                      <a:pt x="0" y="101"/>
                    </a:cubicBezTo>
                    <a:cubicBezTo>
                      <a:pt x="0" y="91"/>
                      <a:pt x="5" y="82"/>
                      <a:pt x="9" y="74"/>
                    </a:cubicBezTo>
                    <a:cubicBezTo>
                      <a:pt x="18" y="57"/>
                      <a:pt x="26" y="39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52" y="13"/>
                      <a:pt x="72" y="0"/>
                      <a:pt x="90" y="4"/>
                    </a:cubicBezTo>
                    <a:cubicBezTo>
                      <a:pt x="104" y="7"/>
                      <a:pt x="117" y="18"/>
                      <a:pt x="128" y="36"/>
                    </a:cubicBezTo>
                    <a:cubicBezTo>
                      <a:pt x="135" y="49"/>
                      <a:pt x="142" y="63"/>
                      <a:pt x="148" y="77"/>
                    </a:cubicBezTo>
                    <a:cubicBezTo>
                      <a:pt x="153" y="90"/>
                      <a:pt x="159" y="107"/>
                      <a:pt x="152" y="123"/>
                    </a:cubicBezTo>
                    <a:cubicBezTo>
                      <a:pt x="147" y="135"/>
                      <a:pt x="135" y="143"/>
                      <a:pt x="126" y="148"/>
                    </a:cubicBezTo>
                    <a:cubicBezTo>
                      <a:pt x="111" y="157"/>
                      <a:pt x="96" y="163"/>
                      <a:pt x="80" y="168"/>
                    </a:cubicBezTo>
                    <a:cubicBezTo>
                      <a:pt x="75" y="169"/>
                      <a:pt x="70" y="171"/>
                      <a:pt x="64" y="171"/>
                    </a:cubicBezTo>
                    <a:close/>
                    <a:moveTo>
                      <a:pt x="84" y="5"/>
                    </a:moveTo>
                    <a:cubicBezTo>
                      <a:pt x="69" y="5"/>
                      <a:pt x="52" y="15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28" y="40"/>
                      <a:pt x="19" y="58"/>
                      <a:pt x="11" y="75"/>
                    </a:cubicBezTo>
                    <a:cubicBezTo>
                      <a:pt x="7" y="82"/>
                      <a:pt x="2" y="91"/>
                      <a:pt x="2" y="101"/>
                    </a:cubicBezTo>
                    <a:cubicBezTo>
                      <a:pt x="2" y="114"/>
                      <a:pt x="11" y="125"/>
                      <a:pt x="20" y="137"/>
                    </a:cubicBezTo>
                    <a:cubicBezTo>
                      <a:pt x="27" y="146"/>
                      <a:pt x="35" y="155"/>
                      <a:pt x="45" y="162"/>
                    </a:cubicBezTo>
                    <a:cubicBezTo>
                      <a:pt x="51" y="166"/>
                      <a:pt x="56" y="168"/>
                      <a:pt x="61" y="168"/>
                    </a:cubicBezTo>
                    <a:cubicBezTo>
                      <a:pt x="67" y="169"/>
                      <a:pt x="74" y="168"/>
                      <a:pt x="79" y="166"/>
                    </a:cubicBezTo>
                    <a:cubicBezTo>
                      <a:pt x="95" y="161"/>
                      <a:pt x="110" y="155"/>
                      <a:pt x="125" y="147"/>
                    </a:cubicBezTo>
                    <a:cubicBezTo>
                      <a:pt x="134" y="141"/>
                      <a:pt x="146" y="133"/>
                      <a:pt x="150" y="122"/>
                    </a:cubicBezTo>
                    <a:cubicBezTo>
                      <a:pt x="157" y="107"/>
                      <a:pt x="151" y="90"/>
                      <a:pt x="146" y="77"/>
                    </a:cubicBezTo>
                    <a:cubicBezTo>
                      <a:pt x="140" y="64"/>
                      <a:pt x="134" y="50"/>
                      <a:pt x="126" y="38"/>
                    </a:cubicBezTo>
                    <a:cubicBezTo>
                      <a:pt x="115" y="19"/>
                      <a:pt x="103" y="9"/>
                      <a:pt x="90" y="6"/>
                    </a:cubicBezTo>
                    <a:cubicBezTo>
                      <a:pt x="88" y="5"/>
                      <a:pt x="86" y="5"/>
                      <a:pt x="84" y="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87" name="Google Shape;187;p13"/>
              <p:cNvSpPr/>
              <p:nvPr/>
            </p:nvSpPr>
            <p:spPr>
              <a:xfrm>
                <a:off x="3759670" y="2580769"/>
                <a:ext cx="326584" cy="34579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5" extrusionOk="0">
                    <a:moveTo>
                      <a:pt x="43" y="115"/>
                    </a:moveTo>
                    <a:cubicBezTo>
                      <a:pt x="38" y="115"/>
                      <a:pt x="33" y="114"/>
                      <a:pt x="29" y="112"/>
                    </a:cubicBezTo>
                    <a:cubicBezTo>
                      <a:pt x="24" y="109"/>
                      <a:pt x="20" y="104"/>
                      <a:pt x="17" y="99"/>
                    </a:cubicBezTo>
                    <a:cubicBezTo>
                      <a:pt x="11" y="90"/>
                      <a:pt x="3" y="79"/>
                      <a:pt x="2" y="67"/>
                    </a:cubicBezTo>
                    <a:cubicBezTo>
                      <a:pt x="0" y="52"/>
                      <a:pt x="8" y="39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21" y="23"/>
                      <a:pt x="41" y="0"/>
                      <a:pt x="62" y="1"/>
                    </a:cubicBezTo>
                    <a:cubicBezTo>
                      <a:pt x="72" y="1"/>
                      <a:pt x="80" y="7"/>
                      <a:pt x="87" y="18"/>
                    </a:cubicBezTo>
                    <a:cubicBezTo>
                      <a:pt x="95" y="32"/>
                      <a:pt x="101" y="46"/>
                      <a:pt x="105" y="61"/>
                    </a:cubicBezTo>
                    <a:cubicBezTo>
                      <a:pt x="107" y="69"/>
                      <a:pt x="109" y="78"/>
                      <a:pt x="105" y="87"/>
                    </a:cubicBezTo>
                    <a:cubicBezTo>
                      <a:pt x="101" y="96"/>
                      <a:pt x="92" y="103"/>
                      <a:pt x="78" y="108"/>
                    </a:cubicBezTo>
                    <a:cubicBezTo>
                      <a:pt x="69" y="111"/>
                      <a:pt x="61" y="113"/>
                      <a:pt x="53" y="114"/>
                    </a:cubicBezTo>
                    <a:cubicBezTo>
                      <a:pt x="50" y="115"/>
                      <a:pt x="46" y="115"/>
                      <a:pt x="43" y="115"/>
                    </a:cubicBezTo>
                    <a:close/>
                    <a:moveTo>
                      <a:pt x="16" y="32"/>
                    </a:moveTo>
                    <a:cubicBezTo>
                      <a:pt x="10" y="40"/>
                      <a:pt x="3" y="53"/>
                      <a:pt x="4" y="66"/>
                    </a:cubicBezTo>
                    <a:cubicBezTo>
                      <a:pt x="5" y="78"/>
                      <a:pt x="12" y="89"/>
                      <a:pt x="18" y="98"/>
                    </a:cubicBezTo>
                    <a:cubicBezTo>
                      <a:pt x="22" y="102"/>
                      <a:pt x="25" y="107"/>
                      <a:pt x="30" y="110"/>
                    </a:cubicBezTo>
                    <a:cubicBezTo>
                      <a:pt x="37" y="114"/>
                      <a:pt x="45" y="113"/>
                      <a:pt x="52" y="112"/>
                    </a:cubicBezTo>
                    <a:cubicBezTo>
                      <a:pt x="61" y="111"/>
                      <a:pt x="69" y="109"/>
                      <a:pt x="77" y="106"/>
                    </a:cubicBezTo>
                    <a:cubicBezTo>
                      <a:pt x="91" y="101"/>
                      <a:pt x="100" y="95"/>
                      <a:pt x="103" y="86"/>
                    </a:cubicBezTo>
                    <a:cubicBezTo>
                      <a:pt x="106" y="78"/>
                      <a:pt x="105" y="69"/>
                      <a:pt x="103" y="61"/>
                    </a:cubicBezTo>
                    <a:cubicBezTo>
                      <a:pt x="99" y="47"/>
                      <a:pt x="93" y="32"/>
                      <a:pt x="85" y="19"/>
                    </a:cubicBezTo>
                    <a:cubicBezTo>
                      <a:pt x="79" y="9"/>
                      <a:pt x="71" y="3"/>
                      <a:pt x="62" y="3"/>
                    </a:cubicBezTo>
                    <a:cubicBezTo>
                      <a:pt x="62" y="3"/>
                      <a:pt x="61" y="3"/>
                      <a:pt x="60" y="3"/>
                    </a:cubicBezTo>
                    <a:cubicBezTo>
                      <a:pt x="41" y="3"/>
                      <a:pt x="22" y="25"/>
                      <a:pt x="16" y="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88" name="Google Shape;188;p13"/>
              <p:cNvSpPr/>
              <p:nvPr/>
            </p:nvSpPr>
            <p:spPr>
              <a:xfrm>
                <a:off x="3840947" y="2653179"/>
                <a:ext cx="212797" cy="212797"/>
              </a:xfrm>
              <a:custGeom>
                <a:avLst/>
                <a:gdLst/>
                <a:ahLst/>
                <a:cxnLst/>
                <a:rect l="l" t="t" r="r" b="b"/>
                <a:pathLst>
                  <a:path w="71" h="71" extrusionOk="0">
                    <a:moveTo>
                      <a:pt x="37" y="71"/>
                    </a:moveTo>
                    <a:cubicBezTo>
                      <a:pt x="32" y="71"/>
                      <a:pt x="27" y="71"/>
                      <a:pt x="22" y="70"/>
                    </a:cubicBezTo>
                    <a:cubicBezTo>
                      <a:pt x="18" y="69"/>
                      <a:pt x="14" y="68"/>
                      <a:pt x="11" y="65"/>
                    </a:cubicBezTo>
                    <a:cubicBezTo>
                      <a:pt x="9" y="63"/>
                      <a:pt x="7" y="60"/>
                      <a:pt x="6" y="57"/>
                    </a:cubicBezTo>
                    <a:cubicBezTo>
                      <a:pt x="3" y="49"/>
                      <a:pt x="0" y="36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7" y="12"/>
                      <a:pt x="15" y="5"/>
                      <a:pt x="25" y="3"/>
                    </a:cubicBezTo>
                    <a:cubicBezTo>
                      <a:pt x="37" y="0"/>
                      <a:pt x="50" y="5"/>
                      <a:pt x="59" y="16"/>
                    </a:cubicBezTo>
                    <a:cubicBezTo>
                      <a:pt x="67" y="25"/>
                      <a:pt x="71" y="39"/>
                      <a:pt x="68" y="51"/>
                    </a:cubicBezTo>
                    <a:cubicBezTo>
                      <a:pt x="67" y="56"/>
                      <a:pt x="64" y="60"/>
                      <a:pt x="62" y="63"/>
                    </a:cubicBezTo>
                    <a:cubicBezTo>
                      <a:pt x="57" y="68"/>
                      <a:pt x="49" y="71"/>
                      <a:pt x="39" y="71"/>
                    </a:cubicBezTo>
                    <a:cubicBezTo>
                      <a:pt x="38" y="71"/>
                      <a:pt x="37" y="71"/>
                      <a:pt x="37" y="71"/>
                    </a:cubicBezTo>
                    <a:close/>
                    <a:moveTo>
                      <a:pt x="31" y="4"/>
                    </a:moveTo>
                    <a:cubicBezTo>
                      <a:pt x="29" y="4"/>
                      <a:pt x="27" y="4"/>
                      <a:pt x="26" y="5"/>
                    </a:cubicBezTo>
                    <a:cubicBezTo>
                      <a:pt x="16" y="7"/>
                      <a:pt x="9" y="13"/>
                      <a:pt x="6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2" y="36"/>
                      <a:pt x="5" y="48"/>
                      <a:pt x="8" y="57"/>
                    </a:cubicBezTo>
                    <a:cubicBezTo>
                      <a:pt x="9" y="59"/>
                      <a:pt x="10" y="62"/>
                      <a:pt x="12" y="64"/>
                    </a:cubicBezTo>
                    <a:cubicBezTo>
                      <a:pt x="15" y="66"/>
                      <a:pt x="19" y="67"/>
                      <a:pt x="22" y="68"/>
                    </a:cubicBezTo>
                    <a:cubicBezTo>
                      <a:pt x="28" y="69"/>
                      <a:pt x="33" y="69"/>
                      <a:pt x="39" y="69"/>
                    </a:cubicBezTo>
                    <a:cubicBezTo>
                      <a:pt x="49" y="69"/>
                      <a:pt x="56" y="66"/>
                      <a:pt x="60" y="62"/>
                    </a:cubicBezTo>
                    <a:cubicBezTo>
                      <a:pt x="63" y="59"/>
                      <a:pt x="65" y="55"/>
                      <a:pt x="66" y="51"/>
                    </a:cubicBezTo>
                    <a:cubicBezTo>
                      <a:pt x="69" y="39"/>
                      <a:pt x="66" y="26"/>
                      <a:pt x="58" y="17"/>
                    </a:cubicBezTo>
                    <a:cubicBezTo>
                      <a:pt x="51" y="9"/>
                      <a:pt x="41" y="4"/>
                      <a:pt x="31" y="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89" name="Google Shape;189;p13"/>
            <p:cNvSpPr/>
            <p:nvPr/>
          </p:nvSpPr>
          <p:spPr>
            <a:xfrm>
              <a:off x="7339841" y="4063314"/>
              <a:ext cx="2399872" cy="1504354"/>
            </a:xfrm>
            <a:custGeom>
              <a:avLst/>
              <a:gdLst/>
              <a:ahLst/>
              <a:cxnLst/>
              <a:rect l="l" t="t" r="r" b="b"/>
              <a:pathLst>
                <a:path w="800" h="501" extrusionOk="0">
                  <a:moveTo>
                    <a:pt x="1" y="501"/>
                  </a:moveTo>
                  <a:cubicBezTo>
                    <a:pt x="0" y="499"/>
                    <a:pt x="0" y="499"/>
                    <a:pt x="0" y="499"/>
                  </a:cubicBezTo>
                  <a:cubicBezTo>
                    <a:pt x="2" y="498"/>
                    <a:pt x="2" y="498"/>
                    <a:pt x="2" y="498"/>
                  </a:cubicBezTo>
                  <a:cubicBezTo>
                    <a:pt x="61" y="472"/>
                    <a:pt x="123" y="445"/>
                    <a:pt x="183" y="417"/>
                  </a:cubicBezTo>
                  <a:cubicBezTo>
                    <a:pt x="206" y="407"/>
                    <a:pt x="232" y="395"/>
                    <a:pt x="250" y="375"/>
                  </a:cubicBezTo>
                  <a:cubicBezTo>
                    <a:pt x="261" y="363"/>
                    <a:pt x="269" y="347"/>
                    <a:pt x="277" y="332"/>
                  </a:cubicBezTo>
                  <a:cubicBezTo>
                    <a:pt x="290" y="305"/>
                    <a:pt x="304" y="278"/>
                    <a:pt x="317" y="251"/>
                  </a:cubicBezTo>
                  <a:cubicBezTo>
                    <a:pt x="318" y="248"/>
                    <a:pt x="318" y="248"/>
                    <a:pt x="318" y="248"/>
                  </a:cubicBezTo>
                  <a:cubicBezTo>
                    <a:pt x="326" y="231"/>
                    <a:pt x="334" y="213"/>
                    <a:pt x="348" y="199"/>
                  </a:cubicBezTo>
                  <a:cubicBezTo>
                    <a:pt x="358" y="188"/>
                    <a:pt x="371" y="181"/>
                    <a:pt x="383" y="173"/>
                  </a:cubicBezTo>
                  <a:cubicBezTo>
                    <a:pt x="593" y="47"/>
                    <a:pt x="593" y="47"/>
                    <a:pt x="593" y="47"/>
                  </a:cubicBezTo>
                  <a:cubicBezTo>
                    <a:pt x="604" y="41"/>
                    <a:pt x="615" y="34"/>
                    <a:pt x="628" y="29"/>
                  </a:cubicBezTo>
                  <a:cubicBezTo>
                    <a:pt x="642" y="24"/>
                    <a:pt x="657" y="22"/>
                    <a:pt x="671" y="20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800" y="2"/>
                    <a:pt x="800" y="2"/>
                    <a:pt x="800" y="2"/>
                  </a:cubicBezTo>
                  <a:cubicBezTo>
                    <a:pt x="671" y="22"/>
                    <a:pt x="671" y="22"/>
                    <a:pt x="671" y="22"/>
                  </a:cubicBezTo>
                  <a:cubicBezTo>
                    <a:pt x="657" y="24"/>
                    <a:pt x="642" y="26"/>
                    <a:pt x="628" y="31"/>
                  </a:cubicBezTo>
                  <a:cubicBezTo>
                    <a:pt x="616" y="36"/>
                    <a:pt x="605" y="42"/>
                    <a:pt x="594" y="49"/>
                  </a:cubicBezTo>
                  <a:cubicBezTo>
                    <a:pt x="384" y="175"/>
                    <a:pt x="384" y="175"/>
                    <a:pt x="384" y="175"/>
                  </a:cubicBezTo>
                  <a:cubicBezTo>
                    <a:pt x="372" y="182"/>
                    <a:pt x="359" y="190"/>
                    <a:pt x="349" y="200"/>
                  </a:cubicBezTo>
                  <a:cubicBezTo>
                    <a:pt x="336" y="214"/>
                    <a:pt x="328" y="232"/>
                    <a:pt x="320" y="249"/>
                  </a:cubicBezTo>
                  <a:cubicBezTo>
                    <a:pt x="318" y="252"/>
                    <a:pt x="318" y="252"/>
                    <a:pt x="318" y="252"/>
                  </a:cubicBezTo>
                  <a:cubicBezTo>
                    <a:pt x="306" y="279"/>
                    <a:pt x="292" y="306"/>
                    <a:pt x="279" y="333"/>
                  </a:cubicBezTo>
                  <a:cubicBezTo>
                    <a:pt x="271" y="348"/>
                    <a:pt x="263" y="364"/>
                    <a:pt x="251" y="377"/>
                  </a:cubicBezTo>
                  <a:cubicBezTo>
                    <a:pt x="233" y="397"/>
                    <a:pt x="207" y="409"/>
                    <a:pt x="184" y="419"/>
                  </a:cubicBezTo>
                  <a:cubicBezTo>
                    <a:pt x="123" y="446"/>
                    <a:pt x="62" y="474"/>
                    <a:pt x="3" y="500"/>
                  </a:cubicBezTo>
                  <a:lnTo>
                    <a:pt x="1" y="5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0" name="Google Shape;19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" name="Google Shape;191;p13"/>
          <p:cNvSpPr txBox="1"/>
          <p:nvPr>
            <p:ph type="title" idx="2" hasCustomPrompt="1"/>
          </p:nvPr>
        </p:nvSpPr>
        <p:spPr>
          <a:xfrm>
            <a:off x="826875" y="1748083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2" name="Google Shape;192;p13"/>
          <p:cNvSpPr txBox="1"/>
          <p:nvPr>
            <p:ph type="title" idx="3" hasCustomPrompt="1"/>
          </p:nvPr>
        </p:nvSpPr>
        <p:spPr>
          <a:xfrm>
            <a:off x="826875" y="3181491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/>
          <p:nvPr>
            <p:ph type="title" idx="4" hasCustomPrompt="1"/>
          </p:nvPr>
        </p:nvSpPr>
        <p:spPr>
          <a:xfrm>
            <a:off x="3526150" y="1748083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/>
          <p:nvPr>
            <p:ph type="title" idx="5" hasCustomPrompt="1"/>
          </p:nvPr>
        </p:nvSpPr>
        <p:spPr>
          <a:xfrm>
            <a:off x="3526150" y="3181491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5" name="Google Shape;195;p13"/>
          <p:cNvSpPr txBox="1"/>
          <p:nvPr>
            <p:ph type="title" idx="6" hasCustomPrompt="1"/>
          </p:nvPr>
        </p:nvSpPr>
        <p:spPr>
          <a:xfrm>
            <a:off x="6225425" y="1748083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6" name="Google Shape;196;p13"/>
          <p:cNvSpPr txBox="1"/>
          <p:nvPr>
            <p:ph type="title" idx="7" hasCustomPrompt="1"/>
          </p:nvPr>
        </p:nvSpPr>
        <p:spPr>
          <a:xfrm>
            <a:off x="6225425" y="3181491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7" name="Google Shape;197;p13"/>
          <p:cNvSpPr txBox="1"/>
          <p:nvPr>
            <p:ph type="subTitle" idx="1"/>
          </p:nvPr>
        </p:nvSpPr>
        <p:spPr>
          <a:xfrm>
            <a:off x="720000" y="2264875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" name="Google Shape;198;p13"/>
          <p:cNvSpPr txBox="1"/>
          <p:nvPr>
            <p:ph type="subTitle" idx="8"/>
          </p:nvPr>
        </p:nvSpPr>
        <p:spPr>
          <a:xfrm>
            <a:off x="3419275" y="2264875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9" name="Google Shape;199;p13"/>
          <p:cNvSpPr txBox="1"/>
          <p:nvPr>
            <p:ph type="subTitle" idx="9"/>
          </p:nvPr>
        </p:nvSpPr>
        <p:spPr>
          <a:xfrm>
            <a:off x="6118550" y="2264875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0" name="Google Shape;200;p13"/>
          <p:cNvSpPr txBox="1"/>
          <p:nvPr>
            <p:ph type="subTitle" idx="13"/>
          </p:nvPr>
        </p:nvSpPr>
        <p:spPr>
          <a:xfrm>
            <a:off x="720000" y="3698350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1" name="Google Shape;201;p13"/>
          <p:cNvSpPr txBox="1"/>
          <p:nvPr>
            <p:ph type="subTitle" idx="14"/>
          </p:nvPr>
        </p:nvSpPr>
        <p:spPr>
          <a:xfrm>
            <a:off x="3419275" y="3698350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" name="Google Shape;202;p13"/>
          <p:cNvSpPr txBox="1"/>
          <p:nvPr>
            <p:ph type="subTitle" idx="15"/>
          </p:nvPr>
        </p:nvSpPr>
        <p:spPr>
          <a:xfrm>
            <a:off x="6118550" y="3698350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/>
          <p:nvPr>
            <p:ph type="subTitle" idx="1"/>
          </p:nvPr>
        </p:nvSpPr>
        <p:spPr>
          <a:xfrm>
            <a:off x="715100" y="2245363"/>
            <a:ext cx="3582000" cy="17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/>
        </p:txBody>
      </p:sp>
      <p:sp>
        <p:nvSpPr>
          <p:cNvPr id="205" name="Google Shape;205;p14"/>
          <p:cNvSpPr txBox="1"/>
          <p:nvPr>
            <p:ph type="title"/>
          </p:nvPr>
        </p:nvSpPr>
        <p:spPr>
          <a:xfrm>
            <a:off x="715100" y="1138278"/>
            <a:ext cx="3582000" cy="10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06" name="Google Shape;206;p14"/>
          <p:cNvGrpSpPr/>
          <p:nvPr/>
        </p:nvGrpSpPr>
        <p:grpSpPr>
          <a:xfrm>
            <a:off x="28" y="0"/>
            <a:ext cx="9143925" cy="5137350"/>
            <a:chOff x="0" y="0"/>
            <a:chExt cx="9143925" cy="5137350"/>
          </a:xfrm>
        </p:grpSpPr>
        <p:sp>
          <p:nvSpPr>
            <p:cNvPr id="207" name="Google Shape;207;p14"/>
            <p:cNvSpPr/>
            <p:nvPr/>
          </p:nvSpPr>
          <p:spPr>
            <a:xfrm>
              <a:off x="8817825" y="2571750"/>
              <a:ext cx="326100" cy="2565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0" y="0"/>
              <a:ext cx="4572000" cy="24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-891851" y="-292746"/>
            <a:ext cx="9896239" cy="6442870"/>
            <a:chOff x="-891851" y="-292746"/>
            <a:chExt cx="9896239" cy="6442870"/>
          </a:xfrm>
        </p:grpSpPr>
        <p:sp>
          <p:nvSpPr>
            <p:cNvPr id="210" name="Google Shape;210;p14"/>
            <p:cNvSpPr/>
            <p:nvPr/>
          </p:nvSpPr>
          <p:spPr>
            <a:xfrm flipH="1">
              <a:off x="-891851" y="4135499"/>
              <a:ext cx="3213900" cy="2014625"/>
            </a:xfrm>
            <a:custGeom>
              <a:avLst/>
              <a:gdLst/>
              <a:ahLst/>
              <a:cxnLst/>
              <a:rect l="l" t="t" r="r" b="b"/>
              <a:pathLst>
                <a:path w="800" h="501" extrusionOk="0">
                  <a:moveTo>
                    <a:pt x="1" y="501"/>
                  </a:moveTo>
                  <a:cubicBezTo>
                    <a:pt x="0" y="499"/>
                    <a:pt x="0" y="499"/>
                    <a:pt x="0" y="499"/>
                  </a:cubicBezTo>
                  <a:cubicBezTo>
                    <a:pt x="2" y="498"/>
                    <a:pt x="2" y="498"/>
                    <a:pt x="2" y="498"/>
                  </a:cubicBezTo>
                  <a:cubicBezTo>
                    <a:pt x="61" y="472"/>
                    <a:pt x="123" y="445"/>
                    <a:pt x="183" y="417"/>
                  </a:cubicBezTo>
                  <a:cubicBezTo>
                    <a:pt x="206" y="407"/>
                    <a:pt x="232" y="395"/>
                    <a:pt x="250" y="375"/>
                  </a:cubicBezTo>
                  <a:cubicBezTo>
                    <a:pt x="261" y="363"/>
                    <a:pt x="269" y="347"/>
                    <a:pt x="277" y="332"/>
                  </a:cubicBezTo>
                  <a:cubicBezTo>
                    <a:pt x="290" y="305"/>
                    <a:pt x="304" y="278"/>
                    <a:pt x="317" y="251"/>
                  </a:cubicBezTo>
                  <a:cubicBezTo>
                    <a:pt x="318" y="248"/>
                    <a:pt x="318" y="248"/>
                    <a:pt x="318" y="248"/>
                  </a:cubicBezTo>
                  <a:cubicBezTo>
                    <a:pt x="326" y="231"/>
                    <a:pt x="334" y="213"/>
                    <a:pt x="348" y="199"/>
                  </a:cubicBezTo>
                  <a:cubicBezTo>
                    <a:pt x="358" y="188"/>
                    <a:pt x="371" y="181"/>
                    <a:pt x="383" y="173"/>
                  </a:cubicBezTo>
                  <a:cubicBezTo>
                    <a:pt x="593" y="47"/>
                    <a:pt x="593" y="47"/>
                    <a:pt x="593" y="47"/>
                  </a:cubicBezTo>
                  <a:cubicBezTo>
                    <a:pt x="604" y="41"/>
                    <a:pt x="615" y="34"/>
                    <a:pt x="628" y="29"/>
                  </a:cubicBezTo>
                  <a:cubicBezTo>
                    <a:pt x="642" y="24"/>
                    <a:pt x="657" y="22"/>
                    <a:pt x="671" y="20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800" y="2"/>
                    <a:pt x="800" y="2"/>
                    <a:pt x="800" y="2"/>
                  </a:cubicBezTo>
                  <a:cubicBezTo>
                    <a:pt x="671" y="22"/>
                    <a:pt x="671" y="22"/>
                    <a:pt x="671" y="22"/>
                  </a:cubicBezTo>
                  <a:cubicBezTo>
                    <a:pt x="657" y="24"/>
                    <a:pt x="642" y="26"/>
                    <a:pt x="628" y="31"/>
                  </a:cubicBezTo>
                  <a:cubicBezTo>
                    <a:pt x="616" y="36"/>
                    <a:pt x="605" y="42"/>
                    <a:pt x="594" y="49"/>
                  </a:cubicBezTo>
                  <a:cubicBezTo>
                    <a:pt x="384" y="175"/>
                    <a:pt x="384" y="175"/>
                    <a:pt x="384" y="175"/>
                  </a:cubicBezTo>
                  <a:cubicBezTo>
                    <a:pt x="372" y="182"/>
                    <a:pt x="359" y="190"/>
                    <a:pt x="349" y="200"/>
                  </a:cubicBezTo>
                  <a:cubicBezTo>
                    <a:pt x="336" y="214"/>
                    <a:pt x="328" y="232"/>
                    <a:pt x="320" y="249"/>
                  </a:cubicBezTo>
                  <a:cubicBezTo>
                    <a:pt x="318" y="252"/>
                    <a:pt x="318" y="252"/>
                    <a:pt x="318" y="252"/>
                  </a:cubicBezTo>
                  <a:cubicBezTo>
                    <a:pt x="306" y="279"/>
                    <a:pt x="292" y="306"/>
                    <a:pt x="279" y="333"/>
                  </a:cubicBezTo>
                  <a:cubicBezTo>
                    <a:pt x="271" y="348"/>
                    <a:pt x="263" y="364"/>
                    <a:pt x="251" y="377"/>
                  </a:cubicBezTo>
                  <a:cubicBezTo>
                    <a:pt x="233" y="397"/>
                    <a:pt x="207" y="409"/>
                    <a:pt x="184" y="419"/>
                  </a:cubicBezTo>
                  <a:cubicBezTo>
                    <a:pt x="123" y="446"/>
                    <a:pt x="62" y="474"/>
                    <a:pt x="3" y="500"/>
                  </a:cubicBezTo>
                  <a:lnTo>
                    <a:pt x="1" y="5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11" name="Google Shape;211;p14"/>
            <p:cNvGrpSpPr/>
            <p:nvPr/>
          </p:nvGrpSpPr>
          <p:grpSpPr>
            <a:xfrm>
              <a:off x="7853410" y="-292746"/>
              <a:ext cx="1150979" cy="827754"/>
              <a:chOff x="7418590" y="3791050"/>
              <a:chExt cx="599968" cy="431504"/>
            </a:xfrm>
          </p:grpSpPr>
          <p:sp>
            <p:nvSpPr>
              <p:cNvPr id="212" name="Google Shape;212;p14"/>
              <p:cNvSpPr/>
              <p:nvPr/>
            </p:nvSpPr>
            <p:spPr>
              <a:xfrm>
                <a:off x="7418590" y="3794005"/>
                <a:ext cx="17733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6" h="140" extrusionOk="0">
                    <a:moveTo>
                      <a:pt x="6" y="140"/>
                    </a:moveTo>
                    <a:cubicBezTo>
                      <a:pt x="4" y="140"/>
                      <a:pt x="4" y="140"/>
                      <a:pt x="4" y="140"/>
                    </a:cubicBezTo>
                    <a:cubicBezTo>
                      <a:pt x="4" y="93"/>
                      <a:pt x="3" y="47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5" y="47"/>
                      <a:pt x="6" y="93"/>
                      <a:pt x="6" y="1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3" name="Google Shape;213;p14"/>
              <p:cNvSpPr/>
              <p:nvPr/>
            </p:nvSpPr>
            <p:spPr>
              <a:xfrm>
                <a:off x="7445189" y="3796961"/>
                <a:ext cx="17733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6" h="141" extrusionOk="0">
                    <a:moveTo>
                      <a:pt x="3" y="141"/>
                    </a:moveTo>
                    <a:cubicBezTo>
                      <a:pt x="2" y="123"/>
                      <a:pt x="3" y="105"/>
                      <a:pt x="3" y="87"/>
                    </a:cubicBezTo>
                    <a:cubicBezTo>
                      <a:pt x="4" y="67"/>
                      <a:pt x="4" y="46"/>
                      <a:pt x="2" y="26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16"/>
                      <a:pt x="0" y="8"/>
                      <a:pt x="2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2" y="8"/>
                      <a:pt x="3" y="16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6" y="46"/>
                      <a:pt x="6" y="67"/>
                      <a:pt x="5" y="87"/>
                    </a:cubicBezTo>
                    <a:cubicBezTo>
                      <a:pt x="5" y="105"/>
                      <a:pt x="4" y="123"/>
                      <a:pt x="5" y="140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4" name="Google Shape;214;p14"/>
              <p:cNvSpPr/>
              <p:nvPr/>
            </p:nvSpPr>
            <p:spPr>
              <a:xfrm>
                <a:off x="7486566" y="3794005"/>
                <a:ext cx="20689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7" h="141" extrusionOk="0">
                    <a:moveTo>
                      <a:pt x="1" y="141"/>
                    </a:moveTo>
                    <a:cubicBezTo>
                      <a:pt x="0" y="120"/>
                      <a:pt x="1" y="100"/>
                      <a:pt x="2" y="80"/>
                    </a:cubicBezTo>
                    <a:cubicBezTo>
                      <a:pt x="3" y="54"/>
                      <a:pt x="5" y="27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27"/>
                      <a:pt x="5" y="54"/>
                      <a:pt x="4" y="80"/>
                    </a:cubicBezTo>
                    <a:cubicBezTo>
                      <a:pt x="3" y="100"/>
                      <a:pt x="2" y="120"/>
                      <a:pt x="3" y="141"/>
                    </a:cubicBezTo>
                    <a:lnTo>
                      <a:pt x="1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5" name="Google Shape;215;p14"/>
              <p:cNvSpPr/>
              <p:nvPr/>
            </p:nvSpPr>
            <p:spPr>
              <a:xfrm>
                <a:off x="7535332" y="3791050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1" y="95"/>
                      <a:pt x="2" y="47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47"/>
                      <a:pt x="3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6" name="Google Shape;216;p14"/>
              <p:cNvSpPr/>
              <p:nvPr/>
            </p:nvSpPr>
            <p:spPr>
              <a:xfrm>
                <a:off x="7567843" y="3791050"/>
                <a:ext cx="26600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9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5" y="95"/>
                      <a:pt x="7" y="47"/>
                      <a:pt x="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9" y="47"/>
                      <a:pt x="7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7" name="Google Shape;217;p14"/>
              <p:cNvSpPr/>
              <p:nvPr/>
            </p:nvSpPr>
            <p:spPr>
              <a:xfrm>
                <a:off x="7597398" y="3794005"/>
                <a:ext cx="19211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6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0" y="95"/>
                      <a:pt x="2" y="47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7"/>
                      <a:pt x="2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8" name="Google Shape;218;p14"/>
              <p:cNvSpPr/>
              <p:nvPr/>
            </p:nvSpPr>
            <p:spPr>
              <a:xfrm>
                <a:off x="7643208" y="3794005"/>
                <a:ext cx="29555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2" extrusionOk="0">
                    <a:moveTo>
                      <a:pt x="5" y="142"/>
                    </a:moveTo>
                    <a:cubicBezTo>
                      <a:pt x="0" y="123"/>
                      <a:pt x="3" y="104"/>
                      <a:pt x="5" y="85"/>
                    </a:cubicBezTo>
                    <a:cubicBezTo>
                      <a:pt x="7" y="72"/>
                      <a:pt x="8" y="59"/>
                      <a:pt x="8" y="47"/>
                    </a:cubicBezTo>
                    <a:cubicBezTo>
                      <a:pt x="8" y="39"/>
                      <a:pt x="7" y="31"/>
                      <a:pt x="6" y="23"/>
                    </a:cubicBezTo>
                    <a:cubicBezTo>
                      <a:pt x="5" y="16"/>
                      <a:pt x="4" y="8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8"/>
                      <a:pt x="7" y="16"/>
                      <a:pt x="8" y="23"/>
                    </a:cubicBezTo>
                    <a:cubicBezTo>
                      <a:pt x="9" y="31"/>
                      <a:pt x="10" y="39"/>
                      <a:pt x="10" y="47"/>
                    </a:cubicBezTo>
                    <a:cubicBezTo>
                      <a:pt x="10" y="59"/>
                      <a:pt x="9" y="72"/>
                      <a:pt x="7" y="85"/>
                    </a:cubicBezTo>
                    <a:cubicBezTo>
                      <a:pt x="5" y="104"/>
                      <a:pt x="2" y="123"/>
                      <a:pt x="7" y="142"/>
                    </a:cubicBezTo>
                    <a:lnTo>
                      <a:pt x="5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9" name="Google Shape;219;p14"/>
              <p:cNvSpPr/>
              <p:nvPr/>
            </p:nvSpPr>
            <p:spPr>
              <a:xfrm>
                <a:off x="768458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0" y="142"/>
                    </a:moveTo>
                    <a:cubicBezTo>
                      <a:pt x="0" y="95"/>
                      <a:pt x="1" y="47"/>
                      <a:pt x="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47"/>
                      <a:pt x="2" y="95"/>
                      <a:pt x="2" y="142"/>
                    </a:cubicBezTo>
                    <a:lnTo>
                      <a:pt x="0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7727440" y="3794005"/>
                <a:ext cx="11822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4" h="141" extrusionOk="0">
                    <a:moveTo>
                      <a:pt x="3" y="141"/>
                    </a:moveTo>
                    <a:cubicBezTo>
                      <a:pt x="1" y="141"/>
                      <a:pt x="1" y="141"/>
                      <a:pt x="1" y="141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2" y="38"/>
                      <a:pt x="2" y="19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19"/>
                      <a:pt x="4" y="38"/>
                      <a:pt x="4" y="57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775699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3" y="142"/>
                    </a:moveTo>
                    <a:cubicBezTo>
                      <a:pt x="1" y="142"/>
                      <a:pt x="1" y="142"/>
                      <a:pt x="1" y="142"/>
                    </a:cubicBezTo>
                    <a:cubicBezTo>
                      <a:pt x="2" y="95"/>
                      <a:pt x="2" y="47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47"/>
                      <a:pt x="4" y="95"/>
                      <a:pt x="3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7795417" y="3794005"/>
                <a:ext cx="13300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9" h="284" extrusionOk="0">
                    <a:moveTo>
                      <a:pt x="4" y="284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9" y="284"/>
                    </a:lnTo>
                    <a:lnTo>
                      <a:pt x="4" y="2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7829405" y="3794005"/>
                <a:ext cx="29555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1" extrusionOk="0">
                    <a:moveTo>
                      <a:pt x="3" y="141"/>
                    </a:moveTo>
                    <a:cubicBezTo>
                      <a:pt x="0" y="94"/>
                      <a:pt x="2" y="47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47"/>
                      <a:pt x="2" y="94"/>
                      <a:pt x="5" y="141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7856005" y="3799916"/>
                <a:ext cx="20689" cy="416727"/>
              </a:xfrm>
              <a:custGeom>
                <a:avLst/>
                <a:gdLst/>
                <a:ahLst/>
                <a:cxnLst/>
                <a:rect l="l" t="t" r="r" b="b"/>
                <a:pathLst>
                  <a:path w="7" h="139" extrusionOk="0">
                    <a:moveTo>
                      <a:pt x="2" y="139"/>
                    </a:moveTo>
                    <a:cubicBezTo>
                      <a:pt x="0" y="139"/>
                      <a:pt x="0" y="139"/>
                      <a:pt x="0" y="139"/>
                    </a:cubicBezTo>
                    <a:cubicBezTo>
                      <a:pt x="1" y="93"/>
                      <a:pt x="2" y="46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46"/>
                      <a:pt x="3" y="93"/>
                      <a:pt x="2" y="1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7904771" y="3796961"/>
                <a:ext cx="14778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5" h="141" extrusionOk="0">
                    <a:moveTo>
                      <a:pt x="2" y="141"/>
                    </a:moveTo>
                    <a:cubicBezTo>
                      <a:pt x="0" y="141"/>
                      <a:pt x="0" y="141"/>
                      <a:pt x="0" y="141"/>
                    </a:cubicBezTo>
                    <a:cubicBezTo>
                      <a:pt x="2" y="94"/>
                      <a:pt x="3" y="47"/>
                      <a:pt x="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47"/>
                      <a:pt x="4" y="94"/>
                      <a:pt x="2" y="1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7946148" y="3796961"/>
                <a:ext cx="32511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11" h="140" extrusionOk="0">
                    <a:moveTo>
                      <a:pt x="9" y="140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21"/>
                      <a:pt x="3" y="16"/>
                      <a:pt x="2" y="10"/>
                    </a:cubicBezTo>
                    <a:cubicBezTo>
                      <a:pt x="1" y="10"/>
                      <a:pt x="1" y="9"/>
                      <a:pt x="1" y="8"/>
                    </a:cubicBezTo>
                    <a:cubicBezTo>
                      <a:pt x="0" y="6"/>
                      <a:pt x="0" y="3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5"/>
                      <a:pt x="3" y="8"/>
                    </a:cubicBezTo>
                    <a:cubicBezTo>
                      <a:pt x="3" y="9"/>
                      <a:pt x="3" y="9"/>
                      <a:pt x="3" y="10"/>
                    </a:cubicBezTo>
                    <a:cubicBezTo>
                      <a:pt x="5" y="15"/>
                      <a:pt x="5" y="21"/>
                      <a:pt x="5" y="27"/>
                    </a:cubicBezTo>
                    <a:cubicBezTo>
                      <a:pt x="11" y="140"/>
                      <a:pt x="11" y="140"/>
                      <a:pt x="11" y="140"/>
                    </a:cubicBezTo>
                    <a:lnTo>
                      <a:pt x="9" y="14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8006736" y="3796961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19"/>
                      <a:pt x="1" y="94"/>
                      <a:pt x="1" y="71"/>
                    </a:cubicBezTo>
                    <a:cubicBezTo>
                      <a:pt x="2" y="48"/>
                      <a:pt x="2" y="24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24"/>
                      <a:pt x="4" y="48"/>
                      <a:pt x="3" y="71"/>
                    </a:cubicBezTo>
                    <a:cubicBezTo>
                      <a:pt x="3" y="94"/>
                      <a:pt x="2" y="118"/>
                      <a:pt x="4" y="142"/>
                    </a:cubicBezTo>
                    <a:lnTo>
                      <a:pt x="2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 txBox="1"/>
          <p:nvPr>
            <p:ph type="subTitle" idx="1"/>
          </p:nvPr>
        </p:nvSpPr>
        <p:spPr>
          <a:xfrm>
            <a:off x="5892025" y="2105975"/>
            <a:ext cx="23376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0" name="Google Shape;230;p15"/>
          <p:cNvSpPr txBox="1"/>
          <p:nvPr>
            <p:ph type="title"/>
          </p:nvPr>
        </p:nvSpPr>
        <p:spPr>
          <a:xfrm>
            <a:off x="5892025" y="574425"/>
            <a:ext cx="2337600" cy="15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1" name="Google Shape;231;p15"/>
          <p:cNvSpPr/>
          <p:nvPr>
            <p:ph type="pic" idx="2"/>
          </p:nvPr>
        </p:nvSpPr>
        <p:spPr>
          <a:xfrm>
            <a:off x="715100" y="535000"/>
            <a:ext cx="2836800" cy="40734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15"/>
          <p:cNvSpPr/>
          <p:nvPr>
            <p:ph type="pic" idx="3"/>
          </p:nvPr>
        </p:nvSpPr>
        <p:spPr>
          <a:xfrm>
            <a:off x="3690375" y="2969775"/>
            <a:ext cx="4738500" cy="16386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15"/>
          <p:cNvSpPr/>
          <p:nvPr>
            <p:ph type="pic" idx="4"/>
          </p:nvPr>
        </p:nvSpPr>
        <p:spPr>
          <a:xfrm>
            <a:off x="3690375" y="535000"/>
            <a:ext cx="2069100" cy="2272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34" name="Google Shape;234;p15"/>
          <p:cNvGrpSpPr/>
          <p:nvPr/>
        </p:nvGrpSpPr>
        <p:grpSpPr>
          <a:xfrm flipH="1">
            <a:off x="8428905" y="-181384"/>
            <a:ext cx="1037421" cy="1101296"/>
            <a:chOff x="4839909" y="3994980"/>
            <a:chExt cx="696022" cy="738877"/>
          </a:xfrm>
        </p:grpSpPr>
        <p:sp>
          <p:nvSpPr>
            <p:cNvPr id="235" name="Google Shape;235;p15"/>
            <p:cNvSpPr/>
            <p:nvPr/>
          </p:nvSpPr>
          <p:spPr>
            <a:xfrm>
              <a:off x="4839909" y="3994980"/>
              <a:ext cx="696022" cy="738877"/>
            </a:xfrm>
            <a:custGeom>
              <a:avLst/>
              <a:gdLst/>
              <a:ahLst/>
              <a:cxnLst/>
              <a:rect l="l" t="t" r="r" b="b"/>
              <a:pathLst>
                <a:path w="232" h="246" extrusionOk="0">
                  <a:moveTo>
                    <a:pt x="106" y="246"/>
                  </a:moveTo>
                  <a:cubicBezTo>
                    <a:pt x="91" y="246"/>
                    <a:pt x="80" y="244"/>
                    <a:pt x="70" y="239"/>
                  </a:cubicBezTo>
                  <a:cubicBezTo>
                    <a:pt x="62" y="235"/>
                    <a:pt x="55" y="229"/>
                    <a:pt x="48" y="222"/>
                  </a:cubicBezTo>
                  <a:cubicBezTo>
                    <a:pt x="32" y="208"/>
                    <a:pt x="15" y="192"/>
                    <a:pt x="8" y="170"/>
                  </a:cubicBezTo>
                  <a:cubicBezTo>
                    <a:pt x="3" y="155"/>
                    <a:pt x="3" y="139"/>
                    <a:pt x="4" y="123"/>
                  </a:cubicBezTo>
                  <a:cubicBezTo>
                    <a:pt x="4" y="122"/>
                    <a:pt x="4" y="122"/>
                    <a:pt x="4" y="122"/>
                  </a:cubicBezTo>
                  <a:cubicBezTo>
                    <a:pt x="5" y="76"/>
                    <a:pt x="4" y="42"/>
                    <a:pt x="0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42"/>
                    <a:pt x="7" y="76"/>
                    <a:pt x="6" y="122"/>
                  </a:cubicBezTo>
                  <a:cubicBezTo>
                    <a:pt x="6" y="123"/>
                    <a:pt x="6" y="123"/>
                    <a:pt x="6" y="123"/>
                  </a:cubicBezTo>
                  <a:cubicBezTo>
                    <a:pt x="5" y="139"/>
                    <a:pt x="5" y="155"/>
                    <a:pt x="10" y="170"/>
                  </a:cubicBezTo>
                  <a:cubicBezTo>
                    <a:pt x="17" y="191"/>
                    <a:pt x="34" y="207"/>
                    <a:pt x="49" y="221"/>
                  </a:cubicBezTo>
                  <a:cubicBezTo>
                    <a:pt x="56" y="227"/>
                    <a:pt x="63" y="233"/>
                    <a:pt x="71" y="238"/>
                  </a:cubicBezTo>
                  <a:cubicBezTo>
                    <a:pt x="81" y="242"/>
                    <a:pt x="92" y="244"/>
                    <a:pt x="107" y="244"/>
                  </a:cubicBezTo>
                  <a:cubicBezTo>
                    <a:pt x="129" y="244"/>
                    <a:pt x="150" y="240"/>
                    <a:pt x="168" y="231"/>
                  </a:cubicBezTo>
                  <a:cubicBezTo>
                    <a:pt x="187" y="221"/>
                    <a:pt x="203" y="206"/>
                    <a:pt x="212" y="188"/>
                  </a:cubicBezTo>
                  <a:cubicBezTo>
                    <a:pt x="222" y="171"/>
                    <a:pt x="224" y="150"/>
                    <a:pt x="226" y="131"/>
                  </a:cubicBezTo>
                  <a:cubicBezTo>
                    <a:pt x="230" y="88"/>
                    <a:pt x="229" y="43"/>
                    <a:pt x="228" y="0"/>
                  </a:cubicBezTo>
                  <a:cubicBezTo>
                    <a:pt x="230" y="0"/>
                    <a:pt x="230" y="0"/>
                    <a:pt x="230" y="0"/>
                  </a:cubicBezTo>
                  <a:cubicBezTo>
                    <a:pt x="231" y="43"/>
                    <a:pt x="232" y="88"/>
                    <a:pt x="228" y="131"/>
                  </a:cubicBezTo>
                  <a:cubicBezTo>
                    <a:pt x="226" y="151"/>
                    <a:pt x="224" y="171"/>
                    <a:pt x="214" y="189"/>
                  </a:cubicBezTo>
                  <a:cubicBezTo>
                    <a:pt x="205" y="207"/>
                    <a:pt x="189" y="223"/>
                    <a:pt x="169" y="233"/>
                  </a:cubicBezTo>
                  <a:cubicBezTo>
                    <a:pt x="151" y="242"/>
                    <a:pt x="129" y="246"/>
                    <a:pt x="107" y="246"/>
                  </a:cubicBezTo>
                  <a:cubicBezTo>
                    <a:pt x="107" y="246"/>
                    <a:pt x="106" y="246"/>
                    <a:pt x="106" y="2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4875375" y="4006802"/>
              <a:ext cx="616223" cy="678289"/>
            </a:xfrm>
            <a:custGeom>
              <a:avLst/>
              <a:gdLst/>
              <a:ahLst/>
              <a:cxnLst/>
              <a:rect l="l" t="t" r="r" b="b"/>
              <a:pathLst>
                <a:path w="205" h="226" extrusionOk="0">
                  <a:moveTo>
                    <a:pt x="90" y="226"/>
                  </a:moveTo>
                  <a:cubicBezTo>
                    <a:pt x="85" y="226"/>
                    <a:pt x="80" y="225"/>
                    <a:pt x="76" y="223"/>
                  </a:cubicBezTo>
                  <a:cubicBezTo>
                    <a:pt x="71" y="222"/>
                    <a:pt x="66" y="219"/>
                    <a:pt x="61" y="216"/>
                  </a:cubicBezTo>
                  <a:cubicBezTo>
                    <a:pt x="49" y="209"/>
                    <a:pt x="36" y="202"/>
                    <a:pt x="26" y="191"/>
                  </a:cubicBezTo>
                  <a:cubicBezTo>
                    <a:pt x="17" y="181"/>
                    <a:pt x="11" y="168"/>
                    <a:pt x="8" y="152"/>
                  </a:cubicBezTo>
                  <a:cubicBezTo>
                    <a:pt x="5" y="138"/>
                    <a:pt x="4" y="123"/>
                    <a:pt x="4" y="10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6" y="109"/>
                    <a:pt x="6" y="109"/>
                    <a:pt x="6" y="109"/>
                  </a:cubicBezTo>
                  <a:cubicBezTo>
                    <a:pt x="6" y="123"/>
                    <a:pt x="7" y="138"/>
                    <a:pt x="10" y="152"/>
                  </a:cubicBezTo>
                  <a:cubicBezTo>
                    <a:pt x="13" y="167"/>
                    <a:pt x="19" y="180"/>
                    <a:pt x="28" y="190"/>
                  </a:cubicBezTo>
                  <a:cubicBezTo>
                    <a:pt x="37" y="201"/>
                    <a:pt x="50" y="208"/>
                    <a:pt x="62" y="215"/>
                  </a:cubicBezTo>
                  <a:cubicBezTo>
                    <a:pt x="67" y="217"/>
                    <a:pt x="72" y="220"/>
                    <a:pt x="77" y="222"/>
                  </a:cubicBezTo>
                  <a:cubicBezTo>
                    <a:pt x="86" y="224"/>
                    <a:pt x="96" y="224"/>
                    <a:pt x="108" y="221"/>
                  </a:cubicBezTo>
                  <a:cubicBezTo>
                    <a:pt x="118" y="218"/>
                    <a:pt x="127" y="213"/>
                    <a:pt x="137" y="208"/>
                  </a:cubicBezTo>
                  <a:cubicBezTo>
                    <a:pt x="162" y="196"/>
                    <a:pt x="162" y="196"/>
                    <a:pt x="162" y="196"/>
                  </a:cubicBezTo>
                  <a:cubicBezTo>
                    <a:pt x="169" y="192"/>
                    <a:pt x="178" y="187"/>
                    <a:pt x="184" y="180"/>
                  </a:cubicBezTo>
                  <a:cubicBezTo>
                    <a:pt x="190" y="172"/>
                    <a:pt x="192" y="162"/>
                    <a:pt x="194" y="153"/>
                  </a:cubicBezTo>
                  <a:cubicBezTo>
                    <a:pt x="201" y="115"/>
                    <a:pt x="203" y="75"/>
                    <a:pt x="199" y="37"/>
                  </a:cubicBezTo>
                  <a:cubicBezTo>
                    <a:pt x="199" y="35"/>
                    <a:pt x="199" y="33"/>
                    <a:pt x="198" y="31"/>
                  </a:cubicBezTo>
                  <a:cubicBezTo>
                    <a:pt x="197" y="21"/>
                    <a:pt x="196" y="10"/>
                    <a:pt x="197" y="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198" y="10"/>
                    <a:pt x="199" y="21"/>
                    <a:pt x="200" y="31"/>
                  </a:cubicBezTo>
                  <a:cubicBezTo>
                    <a:pt x="201" y="33"/>
                    <a:pt x="201" y="35"/>
                    <a:pt x="201" y="36"/>
                  </a:cubicBezTo>
                  <a:cubicBezTo>
                    <a:pt x="205" y="75"/>
                    <a:pt x="203" y="115"/>
                    <a:pt x="196" y="153"/>
                  </a:cubicBezTo>
                  <a:cubicBezTo>
                    <a:pt x="194" y="163"/>
                    <a:pt x="192" y="173"/>
                    <a:pt x="185" y="181"/>
                  </a:cubicBezTo>
                  <a:cubicBezTo>
                    <a:pt x="179" y="189"/>
                    <a:pt x="170" y="193"/>
                    <a:pt x="162" y="197"/>
                  </a:cubicBezTo>
                  <a:cubicBezTo>
                    <a:pt x="138" y="210"/>
                    <a:pt x="138" y="210"/>
                    <a:pt x="138" y="210"/>
                  </a:cubicBezTo>
                  <a:cubicBezTo>
                    <a:pt x="128" y="215"/>
                    <a:pt x="119" y="220"/>
                    <a:pt x="108" y="223"/>
                  </a:cubicBezTo>
                  <a:cubicBezTo>
                    <a:pt x="102" y="225"/>
                    <a:pt x="96" y="226"/>
                    <a:pt x="90" y="2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4921185" y="4003846"/>
              <a:ext cx="509825" cy="617701"/>
            </a:xfrm>
            <a:custGeom>
              <a:avLst/>
              <a:gdLst/>
              <a:ahLst/>
              <a:cxnLst/>
              <a:rect l="l" t="t" r="r" b="b"/>
              <a:pathLst>
                <a:path w="170" h="206" extrusionOk="0">
                  <a:moveTo>
                    <a:pt x="83" y="206"/>
                  </a:moveTo>
                  <a:cubicBezTo>
                    <a:pt x="79" y="206"/>
                    <a:pt x="75" y="206"/>
                    <a:pt x="71" y="205"/>
                  </a:cubicBezTo>
                  <a:cubicBezTo>
                    <a:pt x="53" y="203"/>
                    <a:pt x="36" y="194"/>
                    <a:pt x="25" y="182"/>
                  </a:cubicBezTo>
                  <a:cubicBezTo>
                    <a:pt x="10" y="164"/>
                    <a:pt x="6" y="138"/>
                    <a:pt x="4" y="114"/>
                  </a:cubicBezTo>
                  <a:cubicBezTo>
                    <a:pt x="1" y="79"/>
                    <a:pt x="1" y="43"/>
                    <a:pt x="0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3" y="43"/>
                    <a:pt x="3" y="79"/>
                    <a:pt x="6" y="114"/>
                  </a:cubicBezTo>
                  <a:cubicBezTo>
                    <a:pt x="8" y="138"/>
                    <a:pt x="12" y="163"/>
                    <a:pt x="27" y="180"/>
                  </a:cubicBezTo>
                  <a:cubicBezTo>
                    <a:pt x="38" y="193"/>
                    <a:pt x="54" y="201"/>
                    <a:pt x="72" y="203"/>
                  </a:cubicBezTo>
                  <a:cubicBezTo>
                    <a:pt x="87" y="206"/>
                    <a:pt x="105" y="203"/>
                    <a:pt x="122" y="197"/>
                  </a:cubicBezTo>
                  <a:cubicBezTo>
                    <a:pt x="135" y="192"/>
                    <a:pt x="144" y="186"/>
                    <a:pt x="150" y="179"/>
                  </a:cubicBezTo>
                  <a:cubicBezTo>
                    <a:pt x="161" y="166"/>
                    <a:pt x="163" y="148"/>
                    <a:pt x="165" y="130"/>
                  </a:cubicBezTo>
                  <a:cubicBezTo>
                    <a:pt x="168" y="87"/>
                    <a:pt x="168" y="43"/>
                    <a:pt x="165" y="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170" y="43"/>
                    <a:pt x="170" y="87"/>
                    <a:pt x="167" y="130"/>
                  </a:cubicBezTo>
                  <a:cubicBezTo>
                    <a:pt x="165" y="148"/>
                    <a:pt x="163" y="167"/>
                    <a:pt x="152" y="180"/>
                  </a:cubicBezTo>
                  <a:cubicBezTo>
                    <a:pt x="145" y="188"/>
                    <a:pt x="136" y="194"/>
                    <a:pt x="123" y="199"/>
                  </a:cubicBezTo>
                  <a:cubicBezTo>
                    <a:pt x="110" y="204"/>
                    <a:pt x="96" y="206"/>
                    <a:pt x="83" y="2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4968473" y="4003846"/>
              <a:ext cx="406382" cy="576324"/>
            </a:xfrm>
            <a:custGeom>
              <a:avLst/>
              <a:gdLst/>
              <a:ahLst/>
              <a:cxnLst/>
              <a:rect l="l" t="t" r="r" b="b"/>
              <a:pathLst>
                <a:path w="135" h="192" extrusionOk="0">
                  <a:moveTo>
                    <a:pt x="67" y="192"/>
                  </a:moveTo>
                  <a:cubicBezTo>
                    <a:pt x="62" y="192"/>
                    <a:pt x="57" y="191"/>
                    <a:pt x="52" y="189"/>
                  </a:cubicBezTo>
                  <a:cubicBezTo>
                    <a:pt x="47" y="188"/>
                    <a:pt x="41" y="185"/>
                    <a:pt x="35" y="180"/>
                  </a:cubicBezTo>
                  <a:cubicBezTo>
                    <a:pt x="26" y="174"/>
                    <a:pt x="19" y="166"/>
                    <a:pt x="15" y="158"/>
                  </a:cubicBezTo>
                  <a:cubicBezTo>
                    <a:pt x="7" y="145"/>
                    <a:pt x="5" y="129"/>
                    <a:pt x="4" y="113"/>
                  </a:cubicBezTo>
                  <a:cubicBezTo>
                    <a:pt x="1" y="79"/>
                    <a:pt x="0" y="44"/>
                    <a:pt x="0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44"/>
                    <a:pt x="3" y="79"/>
                    <a:pt x="6" y="113"/>
                  </a:cubicBezTo>
                  <a:cubicBezTo>
                    <a:pt x="7" y="129"/>
                    <a:pt x="9" y="144"/>
                    <a:pt x="17" y="157"/>
                  </a:cubicBezTo>
                  <a:cubicBezTo>
                    <a:pt x="21" y="165"/>
                    <a:pt x="28" y="172"/>
                    <a:pt x="37" y="179"/>
                  </a:cubicBezTo>
                  <a:cubicBezTo>
                    <a:pt x="42" y="183"/>
                    <a:pt x="47" y="186"/>
                    <a:pt x="52" y="187"/>
                  </a:cubicBezTo>
                  <a:cubicBezTo>
                    <a:pt x="64" y="191"/>
                    <a:pt x="77" y="189"/>
                    <a:pt x="87" y="187"/>
                  </a:cubicBezTo>
                  <a:cubicBezTo>
                    <a:pt x="98" y="185"/>
                    <a:pt x="113" y="180"/>
                    <a:pt x="122" y="170"/>
                  </a:cubicBezTo>
                  <a:cubicBezTo>
                    <a:pt x="131" y="158"/>
                    <a:pt x="132" y="142"/>
                    <a:pt x="133" y="125"/>
                  </a:cubicBezTo>
                  <a:cubicBezTo>
                    <a:pt x="133" y="84"/>
                    <a:pt x="133" y="42"/>
                    <a:pt x="133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42"/>
                    <a:pt x="135" y="84"/>
                    <a:pt x="135" y="125"/>
                  </a:cubicBezTo>
                  <a:cubicBezTo>
                    <a:pt x="134" y="142"/>
                    <a:pt x="133" y="159"/>
                    <a:pt x="123" y="171"/>
                  </a:cubicBezTo>
                  <a:cubicBezTo>
                    <a:pt x="114" y="182"/>
                    <a:pt x="98" y="187"/>
                    <a:pt x="87" y="189"/>
                  </a:cubicBezTo>
                  <a:cubicBezTo>
                    <a:pt x="81" y="190"/>
                    <a:pt x="75" y="192"/>
                    <a:pt x="67" y="1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5017239" y="4003846"/>
              <a:ext cx="323628" cy="530514"/>
            </a:xfrm>
            <a:custGeom>
              <a:avLst/>
              <a:gdLst/>
              <a:ahLst/>
              <a:cxnLst/>
              <a:rect l="l" t="t" r="r" b="b"/>
              <a:pathLst>
                <a:path w="108" h="177" extrusionOk="0">
                  <a:moveTo>
                    <a:pt x="54" y="177"/>
                  </a:moveTo>
                  <a:cubicBezTo>
                    <a:pt x="52" y="177"/>
                    <a:pt x="51" y="176"/>
                    <a:pt x="49" y="176"/>
                  </a:cubicBezTo>
                  <a:cubicBezTo>
                    <a:pt x="34" y="175"/>
                    <a:pt x="20" y="166"/>
                    <a:pt x="14" y="154"/>
                  </a:cubicBezTo>
                  <a:cubicBezTo>
                    <a:pt x="9" y="145"/>
                    <a:pt x="8" y="133"/>
                    <a:pt x="7" y="124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35"/>
                    <a:pt x="0" y="22"/>
                    <a:pt x="2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2" y="22"/>
                    <a:pt x="3" y="35"/>
                    <a:pt x="4" y="48"/>
                  </a:cubicBezTo>
                  <a:cubicBezTo>
                    <a:pt x="9" y="123"/>
                    <a:pt x="9" y="123"/>
                    <a:pt x="9" y="123"/>
                  </a:cubicBezTo>
                  <a:cubicBezTo>
                    <a:pt x="10" y="133"/>
                    <a:pt x="11" y="144"/>
                    <a:pt x="16" y="153"/>
                  </a:cubicBezTo>
                  <a:cubicBezTo>
                    <a:pt x="22" y="165"/>
                    <a:pt x="35" y="173"/>
                    <a:pt x="49" y="174"/>
                  </a:cubicBezTo>
                  <a:cubicBezTo>
                    <a:pt x="62" y="176"/>
                    <a:pt x="76" y="172"/>
                    <a:pt x="88" y="163"/>
                  </a:cubicBezTo>
                  <a:cubicBezTo>
                    <a:pt x="93" y="160"/>
                    <a:pt x="96" y="157"/>
                    <a:pt x="98" y="154"/>
                  </a:cubicBezTo>
                  <a:cubicBezTo>
                    <a:pt x="104" y="145"/>
                    <a:pt x="105" y="134"/>
                    <a:pt x="105" y="123"/>
                  </a:cubicBezTo>
                  <a:cubicBezTo>
                    <a:pt x="106" y="82"/>
                    <a:pt x="105" y="41"/>
                    <a:pt x="101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7" y="41"/>
                    <a:pt x="108" y="82"/>
                    <a:pt x="107" y="123"/>
                  </a:cubicBezTo>
                  <a:cubicBezTo>
                    <a:pt x="107" y="134"/>
                    <a:pt x="106" y="146"/>
                    <a:pt x="100" y="155"/>
                  </a:cubicBezTo>
                  <a:cubicBezTo>
                    <a:pt x="97" y="158"/>
                    <a:pt x="94" y="162"/>
                    <a:pt x="89" y="165"/>
                  </a:cubicBezTo>
                  <a:cubicBezTo>
                    <a:pt x="78" y="172"/>
                    <a:pt x="66" y="177"/>
                    <a:pt x="54" y="1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5064527" y="4009757"/>
              <a:ext cx="226096" cy="471403"/>
            </a:xfrm>
            <a:custGeom>
              <a:avLst/>
              <a:gdLst/>
              <a:ahLst/>
              <a:cxnLst/>
              <a:rect l="l" t="t" r="r" b="b"/>
              <a:pathLst>
                <a:path w="75" h="157" extrusionOk="0">
                  <a:moveTo>
                    <a:pt x="43" y="157"/>
                  </a:moveTo>
                  <a:cubicBezTo>
                    <a:pt x="40" y="157"/>
                    <a:pt x="36" y="157"/>
                    <a:pt x="33" y="155"/>
                  </a:cubicBezTo>
                  <a:cubicBezTo>
                    <a:pt x="24" y="152"/>
                    <a:pt x="16" y="145"/>
                    <a:pt x="13" y="136"/>
                  </a:cubicBezTo>
                  <a:cubicBezTo>
                    <a:pt x="11" y="131"/>
                    <a:pt x="10" y="124"/>
                    <a:pt x="10" y="11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2" y="118"/>
                    <a:pt x="12" y="118"/>
                    <a:pt x="12" y="118"/>
                  </a:cubicBezTo>
                  <a:cubicBezTo>
                    <a:pt x="12" y="124"/>
                    <a:pt x="13" y="130"/>
                    <a:pt x="15" y="136"/>
                  </a:cubicBezTo>
                  <a:cubicBezTo>
                    <a:pt x="18" y="144"/>
                    <a:pt x="25" y="151"/>
                    <a:pt x="34" y="154"/>
                  </a:cubicBezTo>
                  <a:cubicBezTo>
                    <a:pt x="42" y="156"/>
                    <a:pt x="52" y="155"/>
                    <a:pt x="60" y="150"/>
                  </a:cubicBezTo>
                  <a:cubicBezTo>
                    <a:pt x="64" y="147"/>
                    <a:pt x="68" y="144"/>
                    <a:pt x="70" y="139"/>
                  </a:cubicBezTo>
                  <a:cubicBezTo>
                    <a:pt x="72" y="134"/>
                    <a:pt x="72" y="128"/>
                    <a:pt x="72" y="123"/>
                  </a:cubicBezTo>
                  <a:cubicBezTo>
                    <a:pt x="73" y="104"/>
                    <a:pt x="73" y="104"/>
                    <a:pt x="73" y="104"/>
                  </a:cubicBezTo>
                  <a:cubicBezTo>
                    <a:pt x="73" y="95"/>
                    <a:pt x="73" y="85"/>
                    <a:pt x="73" y="76"/>
                  </a:cubicBezTo>
                  <a:cubicBezTo>
                    <a:pt x="73" y="51"/>
                    <a:pt x="70" y="25"/>
                    <a:pt x="67" y="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2" y="25"/>
                    <a:pt x="75" y="51"/>
                    <a:pt x="75" y="76"/>
                  </a:cubicBezTo>
                  <a:cubicBezTo>
                    <a:pt x="75" y="85"/>
                    <a:pt x="75" y="95"/>
                    <a:pt x="75" y="104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4" y="129"/>
                    <a:pt x="74" y="135"/>
                    <a:pt x="71" y="140"/>
                  </a:cubicBezTo>
                  <a:cubicBezTo>
                    <a:pt x="69" y="145"/>
                    <a:pt x="66" y="149"/>
                    <a:pt x="61" y="152"/>
                  </a:cubicBezTo>
                  <a:cubicBezTo>
                    <a:pt x="56" y="155"/>
                    <a:pt x="49" y="157"/>
                    <a:pt x="43" y="1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5104427" y="4033402"/>
              <a:ext cx="152209" cy="396038"/>
            </a:xfrm>
            <a:custGeom>
              <a:avLst/>
              <a:gdLst/>
              <a:ahLst/>
              <a:cxnLst/>
              <a:rect l="l" t="t" r="r" b="b"/>
              <a:pathLst>
                <a:path w="51" h="132" extrusionOk="0">
                  <a:moveTo>
                    <a:pt x="31" y="132"/>
                  </a:moveTo>
                  <a:cubicBezTo>
                    <a:pt x="29" y="132"/>
                    <a:pt x="28" y="132"/>
                    <a:pt x="26" y="132"/>
                  </a:cubicBezTo>
                  <a:cubicBezTo>
                    <a:pt x="18" y="130"/>
                    <a:pt x="11" y="124"/>
                    <a:pt x="8" y="115"/>
                  </a:cubicBezTo>
                  <a:cubicBezTo>
                    <a:pt x="6" y="109"/>
                    <a:pt x="5" y="104"/>
                    <a:pt x="5" y="98"/>
                  </a:cubicBezTo>
                  <a:cubicBezTo>
                    <a:pt x="1" y="67"/>
                    <a:pt x="0" y="35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5"/>
                    <a:pt x="3" y="67"/>
                    <a:pt x="7" y="98"/>
                  </a:cubicBezTo>
                  <a:cubicBezTo>
                    <a:pt x="7" y="104"/>
                    <a:pt x="8" y="109"/>
                    <a:pt x="10" y="114"/>
                  </a:cubicBezTo>
                  <a:cubicBezTo>
                    <a:pt x="13" y="122"/>
                    <a:pt x="19" y="128"/>
                    <a:pt x="27" y="130"/>
                  </a:cubicBezTo>
                  <a:cubicBezTo>
                    <a:pt x="35" y="132"/>
                    <a:pt x="44" y="127"/>
                    <a:pt x="47" y="120"/>
                  </a:cubicBezTo>
                  <a:cubicBezTo>
                    <a:pt x="47" y="117"/>
                    <a:pt x="48" y="114"/>
                    <a:pt x="48" y="112"/>
                  </a:cubicBezTo>
                  <a:cubicBezTo>
                    <a:pt x="49" y="75"/>
                    <a:pt x="48" y="37"/>
                    <a:pt x="44" y="1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0" y="37"/>
                    <a:pt x="51" y="75"/>
                    <a:pt x="50" y="112"/>
                  </a:cubicBezTo>
                  <a:cubicBezTo>
                    <a:pt x="50" y="114"/>
                    <a:pt x="49" y="118"/>
                    <a:pt x="48" y="121"/>
                  </a:cubicBezTo>
                  <a:cubicBezTo>
                    <a:pt x="46" y="128"/>
                    <a:pt x="39" y="132"/>
                    <a:pt x="31" y="1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5139893" y="4021580"/>
              <a:ext cx="87187" cy="360572"/>
            </a:xfrm>
            <a:custGeom>
              <a:avLst/>
              <a:gdLst/>
              <a:ahLst/>
              <a:cxnLst/>
              <a:rect l="l" t="t" r="r" b="b"/>
              <a:pathLst>
                <a:path w="29" h="120" extrusionOk="0">
                  <a:moveTo>
                    <a:pt x="19" y="120"/>
                  </a:moveTo>
                  <a:cubicBezTo>
                    <a:pt x="18" y="120"/>
                    <a:pt x="17" y="120"/>
                    <a:pt x="17" y="119"/>
                  </a:cubicBezTo>
                  <a:cubicBezTo>
                    <a:pt x="13" y="119"/>
                    <a:pt x="10" y="117"/>
                    <a:pt x="8" y="113"/>
                  </a:cubicBezTo>
                  <a:cubicBezTo>
                    <a:pt x="4" y="108"/>
                    <a:pt x="4" y="102"/>
                    <a:pt x="3" y="96"/>
                  </a:cubicBezTo>
                  <a:cubicBezTo>
                    <a:pt x="2" y="66"/>
                    <a:pt x="0" y="36"/>
                    <a:pt x="0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36"/>
                    <a:pt x="4" y="66"/>
                    <a:pt x="5" y="96"/>
                  </a:cubicBezTo>
                  <a:cubicBezTo>
                    <a:pt x="6" y="101"/>
                    <a:pt x="6" y="108"/>
                    <a:pt x="9" y="112"/>
                  </a:cubicBezTo>
                  <a:cubicBezTo>
                    <a:pt x="11" y="115"/>
                    <a:pt x="14" y="117"/>
                    <a:pt x="17" y="117"/>
                  </a:cubicBezTo>
                  <a:cubicBezTo>
                    <a:pt x="19" y="118"/>
                    <a:pt x="21" y="118"/>
                    <a:pt x="23" y="116"/>
                  </a:cubicBezTo>
                  <a:cubicBezTo>
                    <a:pt x="27" y="113"/>
                    <a:pt x="27" y="107"/>
                    <a:pt x="27" y="10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29" y="107"/>
                    <a:pt x="29" y="114"/>
                    <a:pt x="24" y="118"/>
                  </a:cubicBezTo>
                  <a:cubicBezTo>
                    <a:pt x="23" y="119"/>
                    <a:pt x="21" y="120"/>
                    <a:pt x="19" y="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5" name="Google Shape;245;p16"/>
          <p:cNvSpPr txBox="1"/>
          <p:nvPr>
            <p:ph type="subTitle" idx="1"/>
          </p:nvPr>
        </p:nvSpPr>
        <p:spPr>
          <a:xfrm>
            <a:off x="715100" y="2822950"/>
            <a:ext cx="23325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6" name="Google Shape;246;p16"/>
          <p:cNvSpPr txBox="1"/>
          <p:nvPr>
            <p:ph type="subTitle" idx="2"/>
          </p:nvPr>
        </p:nvSpPr>
        <p:spPr>
          <a:xfrm>
            <a:off x="715100" y="3164950"/>
            <a:ext cx="2332500" cy="14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16"/>
          <p:cNvSpPr txBox="1"/>
          <p:nvPr>
            <p:ph type="subTitle" idx="3"/>
          </p:nvPr>
        </p:nvSpPr>
        <p:spPr>
          <a:xfrm>
            <a:off x="3405772" y="3164950"/>
            <a:ext cx="2332500" cy="14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8" name="Google Shape;248;p16"/>
          <p:cNvSpPr txBox="1"/>
          <p:nvPr>
            <p:ph type="subTitle" idx="4"/>
          </p:nvPr>
        </p:nvSpPr>
        <p:spPr>
          <a:xfrm>
            <a:off x="6096421" y="3164950"/>
            <a:ext cx="2332500" cy="14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9" name="Google Shape;249;p16"/>
          <p:cNvSpPr txBox="1"/>
          <p:nvPr>
            <p:ph type="subTitle" idx="5"/>
          </p:nvPr>
        </p:nvSpPr>
        <p:spPr>
          <a:xfrm>
            <a:off x="3405770" y="2822950"/>
            <a:ext cx="23325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0" name="Google Shape;250;p16"/>
          <p:cNvSpPr txBox="1"/>
          <p:nvPr>
            <p:ph type="subTitle" idx="6"/>
          </p:nvPr>
        </p:nvSpPr>
        <p:spPr>
          <a:xfrm>
            <a:off x="6096416" y="2822950"/>
            <a:ext cx="23325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1" name="Google Shape;251;p16"/>
          <p:cNvSpPr/>
          <p:nvPr>
            <p:ph type="pic" idx="7"/>
          </p:nvPr>
        </p:nvSpPr>
        <p:spPr>
          <a:xfrm>
            <a:off x="846325" y="1382700"/>
            <a:ext cx="7451400" cy="13362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16"/>
          <p:cNvSpPr/>
          <p:nvPr/>
        </p:nvSpPr>
        <p:spPr>
          <a:xfrm>
            <a:off x="8817825" y="2571750"/>
            <a:ext cx="326100" cy="256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grpSp>
        <p:nvGrpSpPr>
          <p:cNvPr id="253" name="Google Shape;253;p16"/>
          <p:cNvGrpSpPr/>
          <p:nvPr/>
        </p:nvGrpSpPr>
        <p:grpSpPr>
          <a:xfrm>
            <a:off x="-528891" y="-838522"/>
            <a:ext cx="11237639" cy="5853597"/>
            <a:chOff x="-528891" y="-838522"/>
            <a:chExt cx="11237639" cy="5853597"/>
          </a:xfrm>
        </p:grpSpPr>
        <p:sp>
          <p:nvSpPr>
            <p:cNvPr id="254" name="Google Shape;254;p16"/>
            <p:cNvSpPr/>
            <p:nvPr/>
          </p:nvSpPr>
          <p:spPr>
            <a:xfrm>
              <a:off x="7454724" y="-838522"/>
              <a:ext cx="3254025" cy="1670575"/>
            </a:xfrm>
            <a:custGeom>
              <a:avLst/>
              <a:gdLst/>
              <a:ahLst/>
              <a:cxnLst/>
              <a:rect l="l" t="t" r="r" b="b"/>
              <a:pathLst>
                <a:path w="846" h="434" extrusionOk="0">
                  <a:moveTo>
                    <a:pt x="486" y="434"/>
                  </a:moveTo>
                  <a:cubicBezTo>
                    <a:pt x="477" y="434"/>
                    <a:pt x="469" y="433"/>
                    <a:pt x="461" y="433"/>
                  </a:cubicBezTo>
                  <a:cubicBezTo>
                    <a:pt x="422" y="431"/>
                    <a:pt x="382" y="427"/>
                    <a:pt x="343" y="421"/>
                  </a:cubicBezTo>
                  <a:cubicBezTo>
                    <a:pt x="323" y="418"/>
                    <a:pt x="303" y="414"/>
                    <a:pt x="287" y="404"/>
                  </a:cubicBezTo>
                  <a:cubicBezTo>
                    <a:pt x="265" y="390"/>
                    <a:pt x="251" y="367"/>
                    <a:pt x="239" y="346"/>
                  </a:cubicBezTo>
                  <a:cubicBezTo>
                    <a:pt x="76" y="63"/>
                    <a:pt x="76" y="63"/>
                    <a:pt x="76" y="63"/>
                  </a:cubicBezTo>
                  <a:cubicBezTo>
                    <a:pt x="68" y="49"/>
                    <a:pt x="59" y="33"/>
                    <a:pt x="46" y="22"/>
                  </a:cubicBezTo>
                  <a:cubicBezTo>
                    <a:pt x="33" y="9"/>
                    <a:pt x="15" y="2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6" y="0"/>
                    <a:pt x="34" y="7"/>
                    <a:pt x="48" y="20"/>
                  </a:cubicBezTo>
                  <a:cubicBezTo>
                    <a:pt x="61" y="32"/>
                    <a:pt x="70" y="47"/>
                    <a:pt x="78" y="62"/>
                  </a:cubicBezTo>
                  <a:cubicBezTo>
                    <a:pt x="241" y="345"/>
                    <a:pt x="241" y="345"/>
                    <a:pt x="241" y="345"/>
                  </a:cubicBezTo>
                  <a:cubicBezTo>
                    <a:pt x="253" y="366"/>
                    <a:pt x="266" y="389"/>
                    <a:pt x="288" y="402"/>
                  </a:cubicBezTo>
                  <a:cubicBezTo>
                    <a:pt x="304" y="412"/>
                    <a:pt x="323" y="416"/>
                    <a:pt x="343" y="419"/>
                  </a:cubicBezTo>
                  <a:cubicBezTo>
                    <a:pt x="382" y="425"/>
                    <a:pt x="422" y="429"/>
                    <a:pt x="461" y="431"/>
                  </a:cubicBezTo>
                  <a:cubicBezTo>
                    <a:pt x="478" y="432"/>
                    <a:pt x="497" y="432"/>
                    <a:pt x="515" y="430"/>
                  </a:cubicBezTo>
                  <a:cubicBezTo>
                    <a:pt x="528" y="427"/>
                    <a:pt x="541" y="423"/>
                    <a:pt x="554" y="419"/>
                  </a:cubicBezTo>
                  <a:cubicBezTo>
                    <a:pt x="654" y="388"/>
                    <a:pt x="751" y="344"/>
                    <a:pt x="846" y="303"/>
                  </a:cubicBezTo>
                  <a:cubicBezTo>
                    <a:pt x="846" y="305"/>
                    <a:pt x="846" y="305"/>
                    <a:pt x="846" y="305"/>
                  </a:cubicBezTo>
                  <a:cubicBezTo>
                    <a:pt x="752" y="346"/>
                    <a:pt x="654" y="390"/>
                    <a:pt x="554" y="421"/>
                  </a:cubicBezTo>
                  <a:cubicBezTo>
                    <a:pt x="542" y="425"/>
                    <a:pt x="528" y="429"/>
                    <a:pt x="515" y="432"/>
                  </a:cubicBezTo>
                  <a:cubicBezTo>
                    <a:pt x="505" y="433"/>
                    <a:pt x="495" y="434"/>
                    <a:pt x="486" y="4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55" name="Google Shape;255;p16"/>
            <p:cNvGrpSpPr/>
            <p:nvPr/>
          </p:nvGrpSpPr>
          <p:grpSpPr>
            <a:xfrm>
              <a:off x="-528891" y="4201579"/>
              <a:ext cx="885806" cy="813495"/>
              <a:chOff x="3447864" y="2257141"/>
              <a:chExt cx="1013740" cy="930985"/>
            </a:xfrm>
          </p:grpSpPr>
          <p:sp>
            <p:nvSpPr>
              <p:cNvPr id="256" name="Google Shape;256;p16"/>
              <p:cNvSpPr/>
              <p:nvPr/>
            </p:nvSpPr>
            <p:spPr>
              <a:xfrm>
                <a:off x="3447864" y="2257141"/>
                <a:ext cx="1013740" cy="93098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10" extrusionOk="0">
                    <a:moveTo>
                      <a:pt x="206" y="309"/>
                    </a:moveTo>
                    <a:cubicBezTo>
                      <a:pt x="164" y="309"/>
                      <a:pt x="122" y="295"/>
                      <a:pt x="85" y="282"/>
                    </a:cubicBezTo>
                    <a:cubicBezTo>
                      <a:pt x="57" y="273"/>
                      <a:pt x="57" y="273"/>
                      <a:pt x="57" y="273"/>
                    </a:cubicBezTo>
                    <a:cubicBezTo>
                      <a:pt x="48" y="270"/>
                      <a:pt x="38" y="267"/>
                      <a:pt x="31" y="260"/>
                    </a:cubicBezTo>
                    <a:cubicBezTo>
                      <a:pt x="20" y="249"/>
                      <a:pt x="17" y="234"/>
                      <a:pt x="15" y="218"/>
                    </a:cubicBezTo>
                    <a:cubicBezTo>
                      <a:pt x="6" y="157"/>
                      <a:pt x="6" y="157"/>
                      <a:pt x="6" y="157"/>
                    </a:cubicBezTo>
                    <a:cubicBezTo>
                      <a:pt x="3" y="140"/>
                      <a:pt x="0" y="119"/>
                      <a:pt x="7" y="101"/>
                    </a:cubicBezTo>
                    <a:cubicBezTo>
                      <a:pt x="14" y="84"/>
                      <a:pt x="28" y="72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61" y="47"/>
                      <a:pt x="84" y="34"/>
                      <a:pt x="108" y="23"/>
                    </a:cubicBezTo>
                    <a:cubicBezTo>
                      <a:pt x="128" y="15"/>
                      <a:pt x="156" y="3"/>
                      <a:pt x="180" y="2"/>
                    </a:cubicBezTo>
                    <a:cubicBezTo>
                      <a:pt x="194" y="1"/>
                      <a:pt x="211" y="0"/>
                      <a:pt x="226" y="5"/>
                    </a:cubicBezTo>
                    <a:cubicBezTo>
                      <a:pt x="243" y="11"/>
                      <a:pt x="258" y="23"/>
                      <a:pt x="274" y="43"/>
                    </a:cubicBezTo>
                    <a:cubicBezTo>
                      <a:pt x="294" y="67"/>
                      <a:pt x="311" y="97"/>
                      <a:pt x="327" y="136"/>
                    </a:cubicBezTo>
                    <a:cubicBezTo>
                      <a:pt x="333" y="149"/>
                      <a:pt x="338" y="163"/>
                      <a:pt x="337" y="177"/>
                    </a:cubicBezTo>
                    <a:cubicBezTo>
                      <a:pt x="336" y="194"/>
                      <a:pt x="327" y="208"/>
                      <a:pt x="319" y="221"/>
                    </a:cubicBezTo>
                    <a:cubicBezTo>
                      <a:pt x="305" y="244"/>
                      <a:pt x="305" y="244"/>
                      <a:pt x="305" y="244"/>
                    </a:cubicBezTo>
                    <a:cubicBezTo>
                      <a:pt x="293" y="264"/>
                      <a:pt x="279" y="288"/>
                      <a:pt x="256" y="300"/>
                    </a:cubicBezTo>
                    <a:cubicBezTo>
                      <a:pt x="246" y="305"/>
                      <a:pt x="234" y="307"/>
                      <a:pt x="219" y="309"/>
                    </a:cubicBezTo>
                    <a:cubicBezTo>
                      <a:pt x="215" y="309"/>
                      <a:pt x="210" y="309"/>
                      <a:pt x="206" y="309"/>
                    </a:cubicBezTo>
                    <a:close/>
                    <a:moveTo>
                      <a:pt x="41" y="64"/>
                    </a:moveTo>
                    <a:cubicBezTo>
                      <a:pt x="41" y="64"/>
                      <a:pt x="41" y="64"/>
                      <a:pt x="41" y="64"/>
                    </a:cubicBezTo>
                    <a:cubicBezTo>
                      <a:pt x="29" y="74"/>
                      <a:pt x="15" y="85"/>
                      <a:pt x="9" y="101"/>
                    </a:cubicBezTo>
                    <a:cubicBezTo>
                      <a:pt x="2" y="119"/>
                      <a:pt x="5" y="139"/>
                      <a:pt x="8" y="156"/>
                    </a:cubicBezTo>
                    <a:cubicBezTo>
                      <a:pt x="17" y="217"/>
                      <a:pt x="17" y="217"/>
                      <a:pt x="17" y="217"/>
                    </a:cubicBezTo>
                    <a:cubicBezTo>
                      <a:pt x="19" y="233"/>
                      <a:pt x="22" y="248"/>
                      <a:pt x="32" y="258"/>
                    </a:cubicBezTo>
                    <a:cubicBezTo>
                      <a:pt x="39" y="265"/>
                      <a:pt x="49" y="268"/>
                      <a:pt x="58" y="271"/>
                    </a:cubicBezTo>
                    <a:cubicBezTo>
                      <a:pt x="86" y="281"/>
                      <a:pt x="86" y="281"/>
                      <a:pt x="86" y="281"/>
                    </a:cubicBezTo>
                    <a:cubicBezTo>
                      <a:pt x="127" y="294"/>
                      <a:pt x="173" y="310"/>
                      <a:pt x="219" y="307"/>
                    </a:cubicBezTo>
                    <a:cubicBezTo>
                      <a:pt x="234" y="305"/>
                      <a:pt x="245" y="303"/>
                      <a:pt x="255" y="298"/>
                    </a:cubicBezTo>
                    <a:cubicBezTo>
                      <a:pt x="277" y="287"/>
                      <a:pt x="292" y="263"/>
                      <a:pt x="303" y="243"/>
                    </a:cubicBezTo>
                    <a:cubicBezTo>
                      <a:pt x="317" y="220"/>
                      <a:pt x="317" y="220"/>
                      <a:pt x="317" y="220"/>
                    </a:cubicBezTo>
                    <a:cubicBezTo>
                      <a:pt x="325" y="207"/>
                      <a:pt x="334" y="193"/>
                      <a:pt x="335" y="177"/>
                    </a:cubicBezTo>
                    <a:cubicBezTo>
                      <a:pt x="336" y="163"/>
                      <a:pt x="331" y="150"/>
                      <a:pt x="325" y="137"/>
                    </a:cubicBezTo>
                    <a:cubicBezTo>
                      <a:pt x="309" y="98"/>
                      <a:pt x="292" y="69"/>
                      <a:pt x="273" y="44"/>
                    </a:cubicBezTo>
                    <a:cubicBezTo>
                      <a:pt x="257" y="24"/>
                      <a:pt x="242" y="12"/>
                      <a:pt x="225" y="7"/>
                    </a:cubicBezTo>
                    <a:cubicBezTo>
                      <a:pt x="211" y="3"/>
                      <a:pt x="195" y="3"/>
                      <a:pt x="180" y="4"/>
                    </a:cubicBezTo>
                    <a:cubicBezTo>
                      <a:pt x="156" y="5"/>
                      <a:pt x="129" y="16"/>
                      <a:pt x="109" y="25"/>
                    </a:cubicBezTo>
                    <a:cubicBezTo>
                      <a:pt x="85" y="35"/>
                      <a:pt x="62" y="49"/>
                      <a:pt x="41" y="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7" name="Google Shape;257;p16"/>
              <p:cNvSpPr/>
              <p:nvPr/>
            </p:nvSpPr>
            <p:spPr>
              <a:xfrm>
                <a:off x="3573473" y="2350240"/>
                <a:ext cx="768432" cy="744788"/>
              </a:xfrm>
              <a:custGeom>
                <a:avLst/>
                <a:gdLst/>
                <a:ahLst/>
                <a:cxnLst/>
                <a:rect l="l" t="t" r="r" b="b"/>
                <a:pathLst>
                  <a:path w="256" h="248" extrusionOk="0">
                    <a:moveTo>
                      <a:pt x="146" y="246"/>
                    </a:moveTo>
                    <a:cubicBezTo>
                      <a:pt x="139" y="246"/>
                      <a:pt x="131" y="246"/>
                      <a:pt x="124" y="244"/>
                    </a:cubicBezTo>
                    <a:cubicBezTo>
                      <a:pt x="94" y="239"/>
                      <a:pt x="66" y="225"/>
                      <a:pt x="41" y="211"/>
                    </a:cubicBezTo>
                    <a:cubicBezTo>
                      <a:pt x="28" y="203"/>
                      <a:pt x="15" y="196"/>
                      <a:pt x="9" y="183"/>
                    </a:cubicBezTo>
                    <a:cubicBezTo>
                      <a:pt x="5" y="176"/>
                      <a:pt x="4" y="168"/>
                      <a:pt x="4" y="160"/>
                    </a:cubicBezTo>
                    <a:cubicBezTo>
                      <a:pt x="2" y="148"/>
                      <a:pt x="1" y="135"/>
                      <a:pt x="1" y="122"/>
                    </a:cubicBezTo>
                    <a:cubicBezTo>
                      <a:pt x="0" y="106"/>
                      <a:pt x="0" y="89"/>
                      <a:pt x="4" y="73"/>
                    </a:cubicBezTo>
                    <a:cubicBezTo>
                      <a:pt x="7" y="60"/>
                      <a:pt x="13" y="42"/>
                      <a:pt x="28" y="29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48" y="12"/>
                      <a:pt x="75" y="2"/>
                      <a:pt x="109" y="0"/>
                    </a:cubicBezTo>
                    <a:cubicBezTo>
                      <a:pt x="122" y="0"/>
                      <a:pt x="133" y="1"/>
                      <a:pt x="143" y="3"/>
                    </a:cubicBezTo>
                    <a:cubicBezTo>
                      <a:pt x="161" y="8"/>
                      <a:pt x="179" y="18"/>
                      <a:pt x="195" y="34"/>
                    </a:cubicBezTo>
                    <a:cubicBezTo>
                      <a:pt x="210" y="50"/>
                      <a:pt x="222" y="68"/>
                      <a:pt x="232" y="84"/>
                    </a:cubicBezTo>
                    <a:cubicBezTo>
                      <a:pt x="244" y="105"/>
                      <a:pt x="256" y="128"/>
                      <a:pt x="253" y="153"/>
                    </a:cubicBezTo>
                    <a:cubicBezTo>
                      <a:pt x="250" y="170"/>
                      <a:pt x="241" y="185"/>
                      <a:pt x="232" y="198"/>
                    </a:cubicBezTo>
                    <a:cubicBezTo>
                      <a:pt x="226" y="207"/>
                      <a:pt x="219" y="217"/>
                      <a:pt x="209" y="225"/>
                    </a:cubicBezTo>
                    <a:cubicBezTo>
                      <a:pt x="193" y="239"/>
                      <a:pt x="171" y="246"/>
                      <a:pt x="146" y="246"/>
                    </a:cubicBezTo>
                    <a:close/>
                    <a:moveTo>
                      <a:pt x="29" y="31"/>
                    </a:moveTo>
                    <a:cubicBezTo>
                      <a:pt x="15" y="43"/>
                      <a:pt x="8" y="61"/>
                      <a:pt x="6" y="73"/>
                    </a:cubicBezTo>
                    <a:cubicBezTo>
                      <a:pt x="2" y="90"/>
                      <a:pt x="2" y="106"/>
                      <a:pt x="3" y="122"/>
                    </a:cubicBezTo>
                    <a:cubicBezTo>
                      <a:pt x="3" y="135"/>
                      <a:pt x="4" y="147"/>
                      <a:pt x="5" y="160"/>
                    </a:cubicBezTo>
                    <a:cubicBezTo>
                      <a:pt x="6" y="168"/>
                      <a:pt x="7" y="175"/>
                      <a:pt x="11" y="182"/>
                    </a:cubicBezTo>
                    <a:cubicBezTo>
                      <a:pt x="17" y="194"/>
                      <a:pt x="29" y="202"/>
                      <a:pt x="42" y="209"/>
                    </a:cubicBezTo>
                    <a:cubicBezTo>
                      <a:pt x="67" y="223"/>
                      <a:pt x="94" y="237"/>
                      <a:pt x="124" y="242"/>
                    </a:cubicBezTo>
                    <a:cubicBezTo>
                      <a:pt x="156" y="248"/>
                      <a:pt x="188" y="241"/>
                      <a:pt x="208" y="223"/>
                    </a:cubicBezTo>
                    <a:cubicBezTo>
                      <a:pt x="217" y="216"/>
                      <a:pt x="224" y="206"/>
                      <a:pt x="230" y="197"/>
                    </a:cubicBezTo>
                    <a:cubicBezTo>
                      <a:pt x="239" y="184"/>
                      <a:pt x="248" y="169"/>
                      <a:pt x="251" y="152"/>
                    </a:cubicBezTo>
                    <a:cubicBezTo>
                      <a:pt x="254" y="129"/>
                      <a:pt x="242" y="106"/>
                      <a:pt x="230" y="85"/>
                    </a:cubicBezTo>
                    <a:cubicBezTo>
                      <a:pt x="220" y="69"/>
                      <a:pt x="209" y="51"/>
                      <a:pt x="194" y="36"/>
                    </a:cubicBezTo>
                    <a:cubicBezTo>
                      <a:pt x="178" y="20"/>
                      <a:pt x="161" y="9"/>
                      <a:pt x="143" y="5"/>
                    </a:cubicBezTo>
                    <a:cubicBezTo>
                      <a:pt x="133" y="2"/>
                      <a:pt x="122" y="2"/>
                      <a:pt x="109" y="2"/>
                    </a:cubicBezTo>
                    <a:cubicBezTo>
                      <a:pt x="76" y="4"/>
                      <a:pt x="49" y="13"/>
                      <a:pt x="29" y="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8" name="Google Shape;258;p16"/>
              <p:cNvSpPr/>
              <p:nvPr/>
            </p:nvSpPr>
            <p:spPr>
              <a:xfrm>
                <a:off x="3631106" y="2391617"/>
                <a:ext cx="629523" cy="636912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2" extrusionOk="0">
                    <a:moveTo>
                      <a:pt x="104" y="212"/>
                    </a:moveTo>
                    <a:cubicBezTo>
                      <a:pt x="87" y="212"/>
                      <a:pt x="69" y="206"/>
                      <a:pt x="53" y="193"/>
                    </a:cubicBezTo>
                    <a:cubicBezTo>
                      <a:pt x="36" y="181"/>
                      <a:pt x="23" y="166"/>
                      <a:pt x="10" y="150"/>
                    </a:cubicBezTo>
                    <a:cubicBezTo>
                      <a:pt x="7" y="146"/>
                      <a:pt x="3" y="142"/>
                      <a:pt x="2" y="137"/>
                    </a:cubicBezTo>
                    <a:cubicBezTo>
                      <a:pt x="0" y="132"/>
                      <a:pt x="0" y="128"/>
                      <a:pt x="1" y="123"/>
                    </a:cubicBezTo>
                    <a:cubicBezTo>
                      <a:pt x="2" y="96"/>
                      <a:pt x="6" y="69"/>
                      <a:pt x="13" y="43"/>
                    </a:cubicBezTo>
                    <a:cubicBezTo>
                      <a:pt x="24" y="4"/>
                      <a:pt x="56" y="0"/>
                      <a:pt x="86" y="2"/>
                    </a:cubicBezTo>
                    <a:cubicBezTo>
                      <a:pt x="102" y="3"/>
                      <a:pt x="119" y="5"/>
                      <a:pt x="133" y="13"/>
                    </a:cubicBezTo>
                    <a:cubicBezTo>
                      <a:pt x="142" y="18"/>
                      <a:pt x="149" y="26"/>
                      <a:pt x="156" y="34"/>
                    </a:cubicBezTo>
                    <a:cubicBezTo>
                      <a:pt x="166" y="46"/>
                      <a:pt x="176" y="58"/>
                      <a:pt x="186" y="70"/>
                    </a:cubicBezTo>
                    <a:cubicBezTo>
                      <a:pt x="194" y="81"/>
                      <a:pt x="205" y="94"/>
                      <a:pt x="207" y="109"/>
                    </a:cubicBezTo>
                    <a:cubicBezTo>
                      <a:pt x="210" y="132"/>
                      <a:pt x="194" y="152"/>
                      <a:pt x="180" y="168"/>
                    </a:cubicBezTo>
                    <a:cubicBezTo>
                      <a:pt x="163" y="187"/>
                      <a:pt x="139" y="210"/>
                      <a:pt x="109" y="212"/>
                    </a:cubicBezTo>
                    <a:cubicBezTo>
                      <a:pt x="108" y="212"/>
                      <a:pt x="106" y="212"/>
                      <a:pt x="104" y="212"/>
                    </a:cubicBezTo>
                    <a:close/>
                    <a:moveTo>
                      <a:pt x="75" y="4"/>
                    </a:moveTo>
                    <a:cubicBezTo>
                      <a:pt x="49" y="4"/>
                      <a:pt x="24" y="10"/>
                      <a:pt x="15" y="44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8" y="70"/>
                      <a:pt x="4" y="96"/>
                      <a:pt x="3" y="123"/>
                    </a:cubicBezTo>
                    <a:cubicBezTo>
                      <a:pt x="2" y="128"/>
                      <a:pt x="2" y="132"/>
                      <a:pt x="4" y="136"/>
                    </a:cubicBezTo>
                    <a:cubicBezTo>
                      <a:pt x="5" y="141"/>
                      <a:pt x="9" y="145"/>
                      <a:pt x="12" y="149"/>
                    </a:cubicBezTo>
                    <a:cubicBezTo>
                      <a:pt x="25" y="164"/>
                      <a:pt x="38" y="180"/>
                      <a:pt x="54" y="192"/>
                    </a:cubicBezTo>
                    <a:cubicBezTo>
                      <a:pt x="72" y="205"/>
                      <a:pt x="91" y="211"/>
                      <a:pt x="109" y="210"/>
                    </a:cubicBezTo>
                    <a:cubicBezTo>
                      <a:pt x="138" y="208"/>
                      <a:pt x="162" y="186"/>
                      <a:pt x="179" y="167"/>
                    </a:cubicBezTo>
                    <a:cubicBezTo>
                      <a:pt x="192" y="151"/>
                      <a:pt x="208" y="131"/>
                      <a:pt x="205" y="109"/>
                    </a:cubicBezTo>
                    <a:cubicBezTo>
                      <a:pt x="203" y="95"/>
                      <a:pt x="192" y="82"/>
                      <a:pt x="184" y="72"/>
                    </a:cubicBezTo>
                    <a:cubicBezTo>
                      <a:pt x="174" y="59"/>
                      <a:pt x="164" y="47"/>
                      <a:pt x="154" y="35"/>
                    </a:cubicBezTo>
                    <a:cubicBezTo>
                      <a:pt x="148" y="28"/>
                      <a:pt x="141" y="20"/>
                      <a:pt x="132" y="15"/>
                    </a:cubicBezTo>
                    <a:cubicBezTo>
                      <a:pt x="118" y="6"/>
                      <a:pt x="102" y="5"/>
                      <a:pt x="86" y="4"/>
                    </a:cubicBezTo>
                    <a:cubicBezTo>
                      <a:pt x="82" y="4"/>
                      <a:pt x="79" y="4"/>
                      <a:pt x="75" y="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9" name="Google Shape;259;p16"/>
              <p:cNvSpPr/>
              <p:nvPr/>
            </p:nvSpPr>
            <p:spPr>
              <a:xfrm>
                <a:off x="3684305" y="2466982"/>
                <a:ext cx="477314" cy="512781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71" extrusionOk="0">
                    <a:moveTo>
                      <a:pt x="64" y="171"/>
                    </a:moveTo>
                    <a:cubicBezTo>
                      <a:pt x="63" y="171"/>
                      <a:pt x="62" y="171"/>
                      <a:pt x="61" y="170"/>
                    </a:cubicBezTo>
                    <a:cubicBezTo>
                      <a:pt x="56" y="170"/>
                      <a:pt x="50" y="168"/>
                      <a:pt x="44" y="164"/>
                    </a:cubicBezTo>
                    <a:cubicBezTo>
                      <a:pt x="34" y="157"/>
                      <a:pt x="26" y="147"/>
                      <a:pt x="19" y="138"/>
                    </a:cubicBezTo>
                    <a:cubicBezTo>
                      <a:pt x="9" y="126"/>
                      <a:pt x="0" y="115"/>
                      <a:pt x="0" y="101"/>
                    </a:cubicBezTo>
                    <a:cubicBezTo>
                      <a:pt x="0" y="91"/>
                      <a:pt x="5" y="82"/>
                      <a:pt x="9" y="74"/>
                    </a:cubicBezTo>
                    <a:cubicBezTo>
                      <a:pt x="18" y="57"/>
                      <a:pt x="26" y="39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52" y="13"/>
                      <a:pt x="72" y="0"/>
                      <a:pt x="90" y="4"/>
                    </a:cubicBezTo>
                    <a:cubicBezTo>
                      <a:pt x="104" y="7"/>
                      <a:pt x="117" y="18"/>
                      <a:pt x="128" y="36"/>
                    </a:cubicBezTo>
                    <a:cubicBezTo>
                      <a:pt x="135" y="49"/>
                      <a:pt x="142" y="63"/>
                      <a:pt x="148" y="77"/>
                    </a:cubicBezTo>
                    <a:cubicBezTo>
                      <a:pt x="153" y="90"/>
                      <a:pt x="159" y="107"/>
                      <a:pt x="152" y="123"/>
                    </a:cubicBezTo>
                    <a:cubicBezTo>
                      <a:pt x="147" y="135"/>
                      <a:pt x="135" y="143"/>
                      <a:pt x="126" y="148"/>
                    </a:cubicBezTo>
                    <a:cubicBezTo>
                      <a:pt x="111" y="157"/>
                      <a:pt x="96" y="163"/>
                      <a:pt x="80" y="168"/>
                    </a:cubicBezTo>
                    <a:cubicBezTo>
                      <a:pt x="75" y="169"/>
                      <a:pt x="70" y="171"/>
                      <a:pt x="64" y="171"/>
                    </a:cubicBezTo>
                    <a:close/>
                    <a:moveTo>
                      <a:pt x="84" y="5"/>
                    </a:moveTo>
                    <a:cubicBezTo>
                      <a:pt x="69" y="5"/>
                      <a:pt x="52" y="15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28" y="40"/>
                      <a:pt x="19" y="58"/>
                      <a:pt x="11" y="75"/>
                    </a:cubicBezTo>
                    <a:cubicBezTo>
                      <a:pt x="7" y="82"/>
                      <a:pt x="2" y="91"/>
                      <a:pt x="2" y="101"/>
                    </a:cubicBezTo>
                    <a:cubicBezTo>
                      <a:pt x="2" y="114"/>
                      <a:pt x="11" y="125"/>
                      <a:pt x="20" y="137"/>
                    </a:cubicBezTo>
                    <a:cubicBezTo>
                      <a:pt x="27" y="146"/>
                      <a:pt x="35" y="155"/>
                      <a:pt x="45" y="162"/>
                    </a:cubicBezTo>
                    <a:cubicBezTo>
                      <a:pt x="51" y="166"/>
                      <a:pt x="56" y="168"/>
                      <a:pt x="61" y="168"/>
                    </a:cubicBezTo>
                    <a:cubicBezTo>
                      <a:pt x="67" y="169"/>
                      <a:pt x="74" y="168"/>
                      <a:pt x="79" y="166"/>
                    </a:cubicBezTo>
                    <a:cubicBezTo>
                      <a:pt x="95" y="161"/>
                      <a:pt x="110" y="155"/>
                      <a:pt x="125" y="147"/>
                    </a:cubicBezTo>
                    <a:cubicBezTo>
                      <a:pt x="134" y="141"/>
                      <a:pt x="146" y="133"/>
                      <a:pt x="150" y="122"/>
                    </a:cubicBezTo>
                    <a:cubicBezTo>
                      <a:pt x="157" y="107"/>
                      <a:pt x="151" y="90"/>
                      <a:pt x="146" y="77"/>
                    </a:cubicBezTo>
                    <a:cubicBezTo>
                      <a:pt x="140" y="64"/>
                      <a:pt x="134" y="50"/>
                      <a:pt x="126" y="38"/>
                    </a:cubicBezTo>
                    <a:cubicBezTo>
                      <a:pt x="115" y="19"/>
                      <a:pt x="103" y="9"/>
                      <a:pt x="90" y="6"/>
                    </a:cubicBezTo>
                    <a:cubicBezTo>
                      <a:pt x="88" y="5"/>
                      <a:pt x="86" y="5"/>
                      <a:pt x="84" y="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0" name="Google Shape;260;p16"/>
              <p:cNvSpPr/>
              <p:nvPr/>
            </p:nvSpPr>
            <p:spPr>
              <a:xfrm>
                <a:off x="3759670" y="2580769"/>
                <a:ext cx="326584" cy="34579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5" extrusionOk="0">
                    <a:moveTo>
                      <a:pt x="43" y="115"/>
                    </a:moveTo>
                    <a:cubicBezTo>
                      <a:pt x="38" y="115"/>
                      <a:pt x="33" y="114"/>
                      <a:pt x="29" y="112"/>
                    </a:cubicBezTo>
                    <a:cubicBezTo>
                      <a:pt x="24" y="109"/>
                      <a:pt x="20" y="104"/>
                      <a:pt x="17" y="99"/>
                    </a:cubicBezTo>
                    <a:cubicBezTo>
                      <a:pt x="11" y="90"/>
                      <a:pt x="3" y="79"/>
                      <a:pt x="2" y="67"/>
                    </a:cubicBezTo>
                    <a:cubicBezTo>
                      <a:pt x="0" y="52"/>
                      <a:pt x="8" y="39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21" y="23"/>
                      <a:pt x="41" y="0"/>
                      <a:pt x="62" y="1"/>
                    </a:cubicBezTo>
                    <a:cubicBezTo>
                      <a:pt x="72" y="1"/>
                      <a:pt x="80" y="7"/>
                      <a:pt x="87" y="18"/>
                    </a:cubicBezTo>
                    <a:cubicBezTo>
                      <a:pt x="95" y="32"/>
                      <a:pt x="101" y="46"/>
                      <a:pt x="105" y="61"/>
                    </a:cubicBezTo>
                    <a:cubicBezTo>
                      <a:pt x="107" y="69"/>
                      <a:pt x="109" y="78"/>
                      <a:pt x="105" y="87"/>
                    </a:cubicBezTo>
                    <a:cubicBezTo>
                      <a:pt x="101" y="96"/>
                      <a:pt x="92" y="103"/>
                      <a:pt x="78" y="108"/>
                    </a:cubicBezTo>
                    <a:cubicBezTo>
                      <a:pt x="69" y="111"/>
                      <a:pt x="61" y="113"/>
                      <a:pt x="53" y="114"/>
                    </a:cubicBezTo>
                    <a:cubicBezTo>
                      <a:pt x="50" y="115"/>
                      <a:pt x="46" y="115"/>
                      <a:pt x="43" y="115"/>
                    </a:cubicBezTo>
                    <a:close/>
                    <a:moveTo>
                      <a:pt x="16" y="32"/>
                    </a:moveTo>
                    <a:cubicBezTo>
                      <a:pt x="10" y="40"/>
                      <a:pt x="3" y="53"/>
                      <a:pt x="4" y="66"/>
                    </a:cubicBezTo>
                    <a:cubicBezTo>
                      <a:pt x="5" y="78"/>
                      <a:pt x="12" y="89"/>
                      <a:pt x="18" y="98"/>
                    </a:cubicBezTo>
                    <a:cubicBezTo>
                      <a:pt x="22" y="102"/>
                      <a:pt x="25" y="107"/>
                      <a:pt x="30" y="110"/>
                    </a:cubicBezTo>
                    <a:cubicBezTo>
                      <a:pt x="37" y="114"/>
                      <a:pt x="45" y="113"/>
                      <a:pt x="52" y="112"/>
                    </a:cubicBezTo>
                    <a:cubicBezTo>
                      <a:pt x="61" y="111"/>
                      <a:pt x="69" y="109"/>
                      <a:pt x="77" y="106"/>
                    </a:cubicBezTo>
                    <a:cubicBezTo>
                      <a:pt x="91" y="101"/>
                      <a:pt x="100" y="95"/>
                      <a:pt x="103" y="86"/>
                    </a:cubicBezTo>
                    <a:cubicBezTo>
                      <a:pt x="106" y="78"/>
                      <a:pt x="105" y="69"/>
                      <a:pt x="103" y="61"/>
                    </a:cubicBezTo>
                    <a:cubicBezTo>
                      <a:pt x="99" y="47"/>
                      <a:pt x="93" y="32"/>
                      <a:pt x="85" y="19"/>
                    </a:cubicBezTo>
                    <a:cubicBezTo>
                      <a:pt x="79" y="9"/>
                      <a:pt x="71" y="3"/>
                      <a:pt x="62" y="3"/>
                    </a:cubicBezTo>
                    <a:cubicBezTo>
                      <a:pt x="62" y="3"/>
                      <a:pt x="61" y="3"/>
                      <a:pt x="60" y="3"/>
                    </a:cubicBezTo>
                    <a:cubicBezTo>
                      <a:pt x="41" y="3"/>
                      <a:pt x="22" y="25"/>
                      <a:pt x="16" y="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1" name="Google Shape;261;p16"/>
              <p:cNvSpPr/>
              <p:nvPr/>
            </p:nvSpPr>
            <p:spPr>
              <a:xfrm>
                <a:off x="3840947" y="2653179"/>
                <a:ext cx="212797" cy="212797"/>
              </a:xfrm>
              <a:custGeom>
                <a:avLst/>
                <a:gdLst/>
                <a:ahLst/>
                <a:cxnLst/>
                <a:rect l="l" t="t" r="r" b="b"/>
                <a:pathLst>
                  <a:path w="71" h="71" extrusionOk="0">
                    <a:moveTo>
                      <a:pt x="37" y="71"/>
                    </a:moveTo>
                    <a:cubicBezTo>
                      <a:pt x="32" y="71"/>
                      <a:pt x="27" y="71"/>
                      <a:pt x="22" y="70"/>
                    </a:cubicBezTo>
                    <a:cubicBezTo>
                      <a:pt x="18" y="69"/>
                      <a:pt x="14" y="68"/>
                      <a:pt x="11" y="65"/>
                    </a:cubicBezTo>
                    <a:cubicBezTo>
                      <a:pt x="9" y="63"/>
                      <a:pt x="7" y="60"/>
                      <a:pt x="6" y="57"/>
                    </a:cubicBezTo>
                    <a:cubicBezTo>
                      <a:pt x="3" y="49"/>
                      <a:pt x="0" y="36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7" y="12"/>
                      <a:pt x="15" y="5"/>
                      <a:pt x="25" y="3"/>
                    </a:cubicBezTo>
                    <a:cubicBezTo>
                      <a:pt x="37" y="0"/>
                      <a:pt x="50" y="5"/>
                      <a:pt x="59" y="16"/>
                    </a:cubicBezTo>
                    <a:cubicBezTo>
                      <a:pt x="67" y="25"/>
                      <a:pt x="71" y="39"/>
                      <a:pt x="68" y="51"/>
                    </a:cubicBezTo>
                    <a:cubicBezTo>
                      <a:pt x="67" y="56"/>
                      <a:pt x="64" y="60"/>
                      <a:pt x="62" y="63"/>
                    </a:cubicBezTo>
                    <a:cubicBezTo>
                      <a:pt x="57" y="68"/>
                      <a:pt x="49" y="71"/>
                      <a:pt x="39" y="71"/>
                    </a:cubicBezTo>
                    <a:cubicBezTo>
                      <a:pt x="38" y="71"/>
                      <a:pt x="37" y="71"/>
                      <a:pt x="37" y="71"/>
                    </a:cubicBezTo>
                    <a:close/>
                    <a:moveTo>
                      <a:pt x="31" y="4"/>
                    </a:moveTo>
                    <a:cubicBezTo>
                      <a:pt x="29" y="4"/>
                      <a:pt x="27" y="4"/>
                      <a:pt x="26" y="5"/>
                    </a:cubicBezTo>
                    <a:cubicBezTo>
                      <a:pt x="16" y="7"/>
                      <a:pt x="9" y="13"/>
                      <a:pt x="6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2" y="36"/>
                      <a:pt x="5" y="48"/>
                      <a:pt x="8" y="57"/>
                    </a:cubicBezTo>
                    <a:cubicBezTo>
                      <a:pt x="9" y="59"/>
                      <a:pt x="10" y="62"/>
                      <a:pt x="12" y="64"/>
                    </a:cubicBezTo>
                    <a:cubicBezTo>
                      <a:pt x="15" y="66"/>
                      <a:pt x="19" y="67"/>
                      <a:pt x="22" y="68"/>
                    </a:cubicBezTo>
                    <a:cubicBezTo>
                      <a:pt x="28" y="69"/>
                      <a:pt x="33" y="69"/>
                      <a:pt x="39" y="69"/>
                    </a:cubicBezTo>
                    <a:cubicBezTo>
                      <a:pt x="49" y="69"/>
                      <a:pt x="56" y="66"/>
                      <a:pt x="60" y="62"/>
                    </a:cubicBezTo>
                    <a:cubicBezTo>
                      <a:pt x="63" y="59"/>
                      <a:pt x="65" y="55"/>
                      <a:pt x="66" y="51"/>
                    </a:cubicBezTo>
                    <a:cubicBezTo>
                      <a:pt x="69" y="39"/>
                      <a:pt x="66" y="26"/>
                      <a:pt x="58" y="17"/>
                    </a:cubicBezTo>
                    <a:cubicBezTo>
                      <a:pt x="51" y="9"/>
                      <a:pt x="41" y="4"/>
                      <a:pt x="31" y="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17"/>
          <p:cNvSpPr txBox="1"/>
          <p:nvPr>
            <p:ph type="subTitle" idx="1"/>
          </p:nvPr>
        </p:nvSpPr>
        <p:spPr>
          <a:xfrm>
            <a:off x="2258453" y="1604550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5" name="Google Shape;265;p17"/>
          <p:cNvSpPr txBox="1"/>
          <p:nvPr>
            <p:ph type="subTitle" idx="2"/>
          </p:nvPr>
        </p:nvSpPr>
        <p:spPr>
          <a:xfrm>
            <a:off x="2258453" y="2801175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6" name="Google Shape;266;p17"/>
          <p:cNvSpPr txBox="1"/>
          <p:nvPr>
            <p:ph type="subTitle" idx="3"/>
          </p:nvPr>
        </p:nvSpPr>
        <p:spPr>
          <a:xfrm>
            <a:off x="2258453" y="3997800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7" name="Google Shape;267;p17"/>
          <p:cNvSpPr txBox="1"/>
          <p:nvPr>
            <p:ph type="subTitle" idx="4"/>
          </p:nvPr>
        </p:nvSpPr>
        <p:spPr>
          <a:xfrm>
            <a:off x="2258453" y="1222050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8" name="Google Shape;268;p17"/>
          <p:cNvSpPr txBox="1"/>
          <p:nvPr>
            <p:ph type="subTitle" idx="5"/>
          </p:nvPr>
        </p:nvSpPr>
        <p:spPr>
          <a:xfrm>
            <a:off x="2258450" y="2418675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9" name="Google Shape;269;p17"/>
          <p:cNvSpPr txBox="1"/>
          <p:nvPr>
            <p:ph type="subTitle" idx="6"/>
          </p:nvPr>
        </p:nvSpPr>
        <p:spPr>
          <a:xfrm>
            <a:off x="2258453" y="3615310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0" name="Google Shape;270;p17"/>
          <p:cNvSpPr/>
          <p:nvPr/>
        </p:nvSpPr>
        <p:spPr>
          <a:xfrm>
            <a:off x="4572000" y="0"/>
            <a:ext cx="4572000" cy="24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grpSp>
        <p:nvGrpSpPr>
          <p:cNvPr id="271" name="Google Shape;271;p17"/>
          <p:cNvGrpSpPr/>
          <p:nvPr/>
        </p:nvGrpSpPr>
        <p:grpSpPr>
          <a:xfrm>
            <a:off x="8424011" y="4034732"/>
            <a:ext cx="1249536" cy="1147532"/>
            <a:chOff x="3447864" y="2257141"/>
            <a:chExt cx="1013740" cy="930985"/>
          </a:xfrm>
        </p:grpSpPr>
        <p:sp>
          <p:nvSpPr>
            <p:cNvPr id="272" name="Google Shape;272;p17"/>
            <p:cNvSpPr/>
            <p:nvPr/>
          </p:nvSpPr>
          <p:spPr>
            <a:xfrm>
              <a:off x="3447864" y="2257141"/>
              <a:ext cx="1013740" cy="930985"/>
            </a:xfrm>
            <a:custGeom>
              <a:avLst/>
              <a:gdLst/>
              <a:ahLst/>
              <a:cxnLst/>
              <a:rect l="l" t="t" r="r" b="b"/>
              <a:pathLst>
                <a:path w="338" h="310" extrusionOk="0">
                  <a:moveTo>
                    <a:pt x="206" y="309"/>
                  </a:moveTo>
                  <a:cubicBezTo>
                    <a:pt x="164" y="309"/>
                    <a:pt x="122" y="295"/>
                    <a:pt x="85" y="282"/>
                  </a:cubicBezTo>
                  <a:cubicBezTo>
                    <a:pt x="57" y="273"/>
                    <a:pt x="57" y="273"/>
                    <a:pt x="57" y="273"/>
                  </a:cubicBezTo>
                  <a:cubicBezTo>
                    <a:pt x="48" y="270"/>
                    <a:pt x="38" y="267"/>
                    <a:pt x="31" y="260"/>
                  </a:cubicBezTo>
                  <a:cubicBezTo>
                    <a:pt x="20" y="249"/>
                    <a:pt x="17" y="234"/>
                    <a:pt x="15" y="218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3" y="140"/>
                    <a:pt x="0" y="119"/>
                    <a:pt x="7" y="101"/>
                  </a:cubicBezTo>
                  <a:cubicBezTo>
                    <a:pt x="14" y="84"/>
                    <a:pt x="28" y="72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61" y="47"/>
                    <a:pt x="84" y="34"/>
                    <a:pt x="108" y="23"/>
                  </a:cubicBezTo>
                  <a:cubicBezTo>
                    <a:pt x="128" y="15"/>
                    <a:pt x="156" y="3"/>
                    <a:pt x="180" y="2"/>
                  </a:cubicBezTo>
                  <a:cubicBezTo>
                    <a:pt x="194" y="1"/>
                    <a:pt x="211" y="0"/>
                    <a:pt x="226" y="5"/>
                  </a:cubicBezTo>
                  <a:cubicBezTo>
                    <a:pt x="243" y="11"/>
                    <a:pt x="258" y="23"/>
                    <a:pt x="274" y="43"/>
                  </a:cubicBezTo>
                  <a:cubicBezTo>
                    <a:pt x="294" y="67"/>
                    <a:pt x="311" y="97"/>
                    <a:pt x="327" y="136"/>
                  </a:cubicBezTo>
                  <a:cubicBezTo>
                    <a:pt x="333" y="149"/>
                    <a:pt x="338" y="163"/>
                    <a:pt x="337" y="177"/>
                  </a:cubicBezTo>
                  <a:cubicBezTo>
                    <a:pt x="336" y="194"/>
                    <a:pt x="327" y="208"/>
                    <a:pt x="319" y="221"/>
                  </a:cubicBezTo>
                  <a:cubicBezTo>
                    <a:pt x="305" y="244"/>
                    <a:pt x="305" y="244"/>
                    <a:pt x="305" y="244"/>
                  </a:cubicBezTo>
                  <a:cubicBezTo>
                    <a:pt x="293" y="264"/>
                    <a:pt x="279" y="288"/>
                    <a:pt x="256" y="300"/>
                  </a:cubicBezTo>
                  <a:cubicBezTo>
                    <a:pt x="246" y="305"/>
                    <a:pt x="234" y="307"/>
                    <a:pt x="219" y="309"/>
                  </a:cubicBezTo>
                  <a:cubicBezTo>
                    <a:pt x="215" y="309"/>
                    <a:pt x="210" y="309"/>
                    <a:pt x="206" y="309"/>
                  </a:cubicBezTo>
                  <a:close/>
                  <a:moveTo>
                    <a:pt x="41" y="64"/>
                  </a:moveTo>
                  <a:cubicBezTo>
                    <a:pt x="41" y="64"/>
                    <a:pt x="41" y="64"/>
                    <a:pt x="41" y="64"/>
                  </a:cubicBezTo>
                  <a:cubicBezTo>
                    <a:pt x="29" y="74"/>
                    <a:pt x="15" y="85"/>
                    <a:pt x="9" y="101"/>
                  </a:cubicBezTo>
                  <a:cubicBezTo>
                    <a:pt x="2" y="119"/>
                    <a:pt x="5" y="139"/>
                    <a:pt x="8" y="156"/>
                  </a:cubicBezTo>
                  <a:cubicBezTo>
                    <a:pt x="17" y="217"/>
                    <a:pt x="17" y="217"/>
                    <a:pt x="17" y="217"/>
                  </a:cubicBezTo>
                  <a:cubicBezTo>
                    <a:pt x="19" y="233"/>
                    <a:pt x="22" y="248"/>
                    <a:pt x="32" y="258"/>
                  </a:cubicBezTo>
                  <a:cubicBezTo>
                    <a:pt x="39" y="265"/>
                    <a:pt x="49" y="268"/>
                    <a:pt x="58" y="271"/>
                  </a:cubicBezTo>
                  <a:cubicBezTo>
                    <a:pt x="86" y="281"/>
                    <a:pt x="86" y="281"/>
                    <a:pt x="86" y="281"/>
                  </a:cubicBezTo>
                  <a:cubicBezTo>
                    <a:pt x="127" y="294"/>
                    <a:pt x="173" y="310"/>
                    <a:pt x="219" y="307"/>
                  </a:cubicBezTo>
                  <a:cubicBezTo>
                    <a:pt x="234" y="305"/>
                    <a:pt x="245" y="303"/>
                    <a:pt x="255" y="298"/>
                  </a:cubicBezTo>
                  <a:cubicBezTo>
                    <a:pt x="277" y="287"/>
                    <a:pt x="292" y="263"/>
                    <a:pt x="303" y="243"/>
                  </a:cubicBezTo>
                  <a:cubicBezTo>
                    <a:pt x="317" y="220"/>
                    <a:pt x="317" y="220"/>
                    <a:pt x="317" y="220"/>
                  </a:cubicBezTo>
                  <a:cubicBezTo>
                    <a:pt x="325" y="207"/>
                    <a:pt x="334" y="193"/>
                    <a:pt x="335" y="177"/>
                  </a:cubicBezTo>
                  <a:cubicBezTo>
                    <a:pt x="336" y="163"/>
                    <a:pt x="331" y="150"/>
                    <a:pt x="325" y="137"/>
                  </a:cubicBezTo>
                  <a:cubicBezTo>
                    <a:pt x="309" y="98"/>
                    <a:pt x="292" y="69"/>
                    <a:pt x="273" y="44"/>
                  </a:cubicBezTo>
                  <a:cubicBezTo>
                    <a:pt x="257" y="24"/>
                    <a:pt x="242" y="12"/>
                    <a:pt x="225" y="7"/>
                  </a:cubicBezTo>
                  <a:cubicBezTo>
                    <a:pt x="211" y="3"/>
                    <a:pt x="195" y="3"/>
                    <a:pt x="180" y="4"/>
                  </a:cubicBezTo>
                  <a:cubicBezTo>
                    <a:pt x="156" y="5"/>
                    <a:pt x="129" y="16"/>
                    <a:pt x="109" y="25"/>
                  </a:cubicBezTo>
                  <a:cubicBezTo>
                    <a:pt x="85" y="35"/>
                    <a:pt x="62" y="49"/>
                    <a:pt x="41" y="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3" name="Google Shape;273;p17"/>
            <p:cNvSpPr/>
            <p:nvPr/>
          </p:nvSpPr>
          <p:spPr>
            <a:xfrm>
              <a:off x="3573473" y="2350240"/>
              <a:ext cx="768432" cy="744788"/>
            </a:xfrm>
            <a:custGeom>
              <a:avLst/>
              <a:gdLst/>
              <a:ahLst/>
              <a:cxnLst/>
              <a:rect l="l" t="t" r="r" b="b"/>
              <a:pathLst>
                <a:path w="256" h="248" extrusionOk="0">
                  <a:moveTo>
                    <a:pt x="146" y="246"/>
                  </a:moveTo>
                  <a:cubicBezTo>
                    <a:pt x="139" y="246"/>
                    <a:pt x="131" y="246"/>
                    <a:pt x="124" y="244"/>
                  </a:cubicBezTo>
                  <a:cubicBezTo>
                    <a:pt x="94" y="239"/>
                    <a:pt x="66" y="225"/>
                    <a:pt x="41" y="211"/>
                  </a:cubicBezTo>
                  <a:cubicBezTo>
                    <a:pt x="28" y="203"/>
                    <a:pt x="15" y="196"/>
                    <a:pt x="9" y="183"/>
                  </a:cubicBezTo>
                  <a:cubicBezTo>
                    <a:pt x="5" y="176"/>
                    <a:pt x="4" y="168"/>
                    <a:pt x="4" y="160"/>
                  </a:cubicBezTo>
                  <a:cubicBezTo>
                    <a:pt x="2" y="148"/>
                    <a:pt x="1" y="135"/>
                    <a:pt x="1" y="122"/>
                  </a:cubicBezTo>
                  <a:cubicBezTo>
                    <a:pt x="0" y="106"/>
                    <a:pt x="0" y="89"/>
                    <a:pt x="4" y="73"/>
                  </a:cubicBezTo>
                  <a:cubicBezTo>
                    <a:pt x="7" y="60"/>
                    <a:pt x="13" y="42"/>
                    <a:pt x="28" y="29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48" y="12"/>
                    <a:pt x="75" y="2"/>
                    <a:pt x="109" y="0"/>
                  </a:cubicBezTo>
                  <a:cubicBezTo>
                    <a:pt x="122" y="0"/>
                    <a:pt x="133" y="1"/>
                    <a:pt x="143" y="3"/>
                  </a:cubicBezTo>
                  <a:cubicBezTo>
                    <a:pt x="161" y="8"/>
                    <a:pt x="179" y="18"/>
                    <a:pt x="195" y="34"/>
                  </a:cubicBezTo>
                  <a:cubicBezTo>
                    <a:pt x="210" y="50"/>
                    <a:pt x="222" y="68"/>
                    <a:pt x="232" y="84"/>
                  </a:cubicBezTo>
                  <a:cubicBezTo>
                    <a:pt x="244" y="105"/>
                    <a:pt x="256" y="128"/>
                    <a:pt x="253" y="153"/>
                  </a:cubicBezTo>
                  <a:cubicBezTo>
                    <a:pt x="250" y="170"/>
                    <a:pt x="241" y="185"/>
                    <a:pt x="232" y="198"/>
                  </a:cubicBezTo>
                  <a:cubicBezTo>
                    <a:pt x="226" y="207"/>
                    <a:pt x="219" y="217"/>
                    <a:pt x="209" y="225"/>
                  </a:cubicBezTo>
                  <a:cubicBezTo>
                    <a:pt x="193" y="239"/>
                    <a:pt x="171" y="246"/>
                    <a:pt x="146" y="246"/>
                  </a:cubicBezTo>
                  <a:close/>
                  <a:moveTo>
                    <a:pt x="29" y="31"/>
                  </a:moveTo>
                  <a:cubicBezTo>
                    <a:pt x="15" y="43"/>
                    <a:pt x="8" y="61"/>
                    <a:pt x="6" y="73"/>
                  </a:cubicBezTo>
                  <a:cubicBezTo>
                    <a:pt x="2" y="90"/>
                    <a:pt x="2" y="106"/>
                    <a:pt x="3" y="122"/>
                  </a:cubicBezTo>
                  <a:cubicBezTo>
                    <a:pt x="3" y="135"/>
                    <a:pt x="4" y="147"/>
                    <a:pt x="5" y="160"/>
                  </a:cubicBezTo>
                  <a:cubicBezTo>
                    <a:pt x="6" y="168"/>
                    <a:pt x="7" y="175"/>
                    <a:pt x="11" y="182"/>
                  </a:cubicBezTo>
                  <a:cubicBezTo>
                    <a:pt x="17" y="194"/>
                    <a:pt x="29" y="202"/>
                    <a:pt x="42" y="209"/>
                  </a:cubicBezTo>
                  <a:cubicBezTo>
                    <a:pt x="67" y="223"/>
                    <a:pt x="94" y="237"/>
                    <a:pt x="124" y="242"/>
                  </a:cubicBezTo>
                  <a:cubicBezTo>
                    <a:pt x="156" y="248"/>
                    <a:pt x="188" y="241"/>
                    <a:pt x="208" y="223"/>
                  </a:cubicBezTo>
                  <a:cubicBezTo>
                    <a:pt x="217" y="216"/>
                    <a:pt x="224" y="206"/>
                    <a:pt x="230" y="197"/>
                  </a:cubicBezTo>
                  <a:cubicBezTo>
                    <a:pt x="239" y="184"/>
                    <a:pt x="248" y="169"/>
                    <a:pt x="251" y="152"/>
                  </a:cubicBezTo>
                  <a:cubicBezTo>
                    <a:pt x="254" y="129"/>
                    <a:pt x="242" y="106"/>
                    <a:pt x="230" y="85"/>
                  </a:cubicBezTo>
                  <a:cubicBezTo>
                    <a:pt x="220" y="69"/>
                    <a:pt x="209" y="51"/>
                    <a:pt x="194" y="36"/>
                  </a:cubicBezTo>
                  <a:cubicBezTo>
                    <a:pt x="178" y="20"/>
                    <a:pt x="161" y="9"/>
                    <a:pt x="143" y="5"/>
                  </a:cubicBezTo>
                  <a:cubicBezTo>
                    <a:pt x="133" y="2"/>
                    <a:pt x="122" y="2"/>
                    <a:pt x="109" y="2"/>
                  </a:cubicBezTo>
                  <a:cubicBezTo>
                    <a:pt x="76" y="4"/>
                    <a:pt x="49" y="13"/>
                    <a:pt x="29" y="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3631106" y="2391617"/>
              <a:ext cx="629523" cy="636912"/>
            </a:xfrm>
            <a:custGeom>
              <a:avLst/>
              <a:gdLst/>
              <a:ahLst/>
              <a:cxnLst/>
              <a:rect l="l" t="t" r="r" b="b"/>
              <a:pathLst>
                <a:path w="210" h="212" extrusionOk="0">
                  <a:moveTo>
                    <a:pt x="104" y="212"/>
                  </a:moveTo>
                  <a:cubicBezTo>
                    <a:pt x="87" y="212"/>
                    <a:pt x="69" y="206"/>
                    <a:pt x="53" y="193"/>
                  </a:cubicBezTo>
                  <a:cubicBezTo>
                    <a:pt x="36" y="181"/>
                    <a:pt x="23" y="166"/>
                    <a:pt x="10" y="150"/>
                  </a:cubicBezTo>
                  <a:cubicBezTo>
                    <a:pt x="7" y="146"/>
                    <a:pt x="3" y="142"/>
                    <a:pt x="2" y="137"/>
                  </a:cubicBezTo>
                  <a:cubicBezTo>
                    <a:pt x="0" y="132"/>
                    <a:pt x="0" y="128"/>
                    <a:pt x="1" y="123"/>
                  </a:cubicBezTo>
                  <a:cubicBezTo>
                    <a:pt x="2" y="96"/>
                    <a:pt x="6" y="69"/>
                    <a:pt x="13" y="43"/>
                  </a:cubicBezTo>
                  <a:cubicBezTo>
                    <a:pt x="24" y="4"/>
                    <a:pt x="56" y="0"/>
                    <a:pt x="86" y="2"/>
                  </a:cubicBezTo>
                  <a:cubicBezTo>
                    <a:pt x="102" y="3"/>
                    <a:pt x="119" y="5"/>
                    <a:pt x="133" y="13"/>
                  </a:cubicBezTo>
                  <a:cubicBezTo>
                    <a:pt x="142" y="18"/>
                    <a:pt x="149" y="26"/>
                    <a:pt x="156" y="34"/>
                  </a:cubicBezTo>
                  <a:cubicBezTo>
                    <a:pt x="166" y="46"/>
                    <a:pt x="176" y="58"/>
                    <a:pt x="186" y="70"/>
                  </a:cubicBezTo>
                  <a:cubicBezTo>
                    <a:pt x="194" y="81"/>
                    <a:pt x="205" y="94"/>
                    <a:pt x="207" y="109"/>
                  </a:cubicBezTo>
                  <a:cubicBezTo>
                    <a:pt x="210" y="132"/>
                    <a:pt x="194" y="152"/>
                    <a:pt x="180" y="168"/>
                  </a:cubicBezTo>
                  <a:cubicBezTo>
                    <a:pt x="163" y="187"/>
                    <a:pt x="139" y="210"/>
                    <a:pt x="109" y="212"/>
                  </a:cubicBezTo>
                  <a:cubicBezTo>
                    <a:pt x="108" y="212"/>
                    <a:pt x="106" y="212"/>
                    <a:pt x="104" y="212"/>
                  </a:cubicBezTo>
                  <a:close/>
                  <a:moveTo>
                    <a:pt x="75" y="4"/>
                  </a:moveTo>
                  <a:cubicBezTo>
                    <a:pt x="49" y="4"/>
                    <a:pt x="24" y="10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8" y="70"/>
                    <a:pt x="4" y="96"/>
                    <a:pt x="3" y="123"/>
                  </a:cubicBezTo>
                  <a:cubicBezTo>
                    <a:pt x="2" y="128"/>
                    <a:pt x="2" y="132"/>
                    <a:pt x="4" y="136"/>
                  </a:cubicBezTo>
                  <a:cubicBezTo>
                    <a:pt x="5" y="141"/>
                    <a:pt x="9" y="145"/>
                    <a:pt x="12" y="149"/>
                  </a:cubicBezTo>
                  <a:cubicBezTo>
                    <a:pt x="25" y="164"/>
                    <a:pt x="38" y="180"/>
                    <a:pt x="54" y="192"/>
                  </a:cubicBezTo>
                  <a:cubicBezTo>
                    <a:pt x="72" y="205"/>
                    <a:pt x="91" y="211"/>
                    <a:pt x="109" y="210"/>
                  </a:cubicBezTo>
                  <a:cubicBezTo>
                    <a:pt x="138" y="208"/>
                    <a:pt x="162" y="186"/>
                    <a:pt x="179" y="167"/>
                  </a:cubicBezTo>
                  <a:cubicBezTo>
                    <a:pt x="192" y="151"/>
                    <a:pt x="208" y="131"/>
                    <a:pt x="205" y="109"/>
                  </a:cubicBezTo>
                  <a:cubicBezTo>
                    <a:pt x="203" y="95"/>
                    <a:pt x="192" y="82"/>
                    <a:pt x="184" y="72"/>
                  </a:cubicBezTo>
                  <a:cubicBezTo>
                    <a:pt x="174" y="59"/>
                    <a:pt x="164" y="47"/>
                    <a:pt x="154" y="35"/>
                  </a:cubicBezTo>
                  <a:cubicBezTo>
                    <a:pt x="148" y="28"/>
                    <a:pt x="141" y="20"/>
                    <a:pt x="132" y="15"/>
                  </a:cubicBezTo>
                  <a:cubicBezTo>
                    <a:pt x="118" y="6"/>
                    <a:pt x="102" y="5"/>
                    <a:pt x="86" y="4"/>
                  </a:cubicBezTo>
                  <a:cubicBezTo>
                    <a:pt x="82" y="4"/>
                    <a:pt x="79" y="4"/>
                    <a:pt x="75" y="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3684305" y="2466982"/>
              <a:ext cx="477314" cy="512781"/>
            </a:xfrm>
            <a:custGeom>
              <a:avLst/>
              <a:gdLst/>
              <a:ahLst/>
              <a:cxnLst/>
              <a:rect l="l" t="t" r="r" b="b"/>
              <a:pathLst>
                <a:path w="159" h="171" extrusionOk="0">
                  <a:moveTo>
                    <a:pt x="64" y="171"/>
                  </a:moveTo>
                  <a:cubicBezTo>
                    <a:pt x="63" y="171"/>
                    <a:pt x="62" y="171"/>
                    <a:pt x="61" y="170"/>
                  </a:cubicBezTo>
                  <a:cubicBezTo>
                    <a:pt x="56" y="170"/>
                    <a:pt x="50" y="168"/>
                    <a:pt x="44" y="164"/>
                  </a:cubicBezTo>
                  <a:cubicBezTo>
                    <a:pt x="34" y="157"/>
                    <a:pt x="26" y="147"/>
                    <a:pt x="19" y="138"/>
                  </a:cubicBezTo>
                  <a:cubicBezTo>
                    <a:pt x="9" y="126"/>
                    <a:pt x="0" y="115"/>
                    <a:pt x="0" y="101"/>
                  </a:cubicBezTo>
                  <a:cubicBezTo>
                    <a:pt x="0" y="91"/>
                    <a:pt x="5" y="82"/>
                    <a:pt x="9" y="74"/>
                  </a:cubicBezTo>
                  <a:cubicBezTo>
                    <a:pt x="18" y="57"/>
                    <a:pt x="26" y="39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52" y="13"/>
                    <a:pt x="72" y="0"/>
                    <a:pt x="90" y="4"/>
                  </a:cubicBezTo>
                  <a:cubicBezTo>
                    <a:pt x="104" y="7"/>
                    <a:pt x="117" y="18"/>
                    <a:pt x="128" y="36"/>
                  </a:cubicBezTo>
                  <a:cubicBezTo>
                    <a:pt x="135" y="49"/>
                    <a:pt x="142" y="63"/>
                    <a:pt x="148" y="77"/>
                  </a:cubicBezTo>
                  <a:cubicBezTo>
                    <a:pt x="153" y="90"/>
                    <a:pt x="159" y="107"/>
                    <a:pt x="152" y="123"/>
                  </a:cubicBezTo>
                  <a:cubicBezTo>
                    <a:pt x="147" y="135"/>
                    <a:pt x="135" y="143"/>
                    <a:pt x="126" y="148"/>
                  </a:cubicBezTo>
                  <a:cubicBezTo>
                    <a:pt x="111" y="157"/>
                    <a:pt x="96" y="163"/>
                    <a:pt x="80" y="168"/>
                  </a:cubicBezTo>
                  <a:cubicBezTo>
                    <a:pt x="75" y="169"/>
                    <a:pt x="70" y="171"/>
                    <a:pt x="64" y="171"/>
                  </a:cubicBezTo>
                  <a:close/>
                  <a:moveTo>
                    <a:pt x="84" y="5"/>
                  </a:moveTo>
                  <a:cubicBezTo>
                    <a:pt x="69" y="5"/>
                    <a:pt x="52" y="15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28" y="40"/>
                    <a:pt x="19" y="58"/>
                    <a:pt x="11" y="75"/>
                  </a:cubicBezTo>
                  <a:cubicBezTo>
                    <a:pt x="7" y="82"/>
                    <a:pt x="2" y="91"/>
                    <a:pt x="2" y="101"/>
                  </a:cubicBezTo>
                  <a:cubicBezTo>
                    <a:pt x="2" y="114"/>
                    <a:pt x="11" y="125"/>
                    <a:pt x="20" y="137"/>
                  </a:cubicBezTo>
                  <a:cubicBezTo>
                    <a:pt x="27" y="146"/>
                    <a:pt x="35" y="155"/>
                    <a:pt x="45" y="162"/>
                  </a:cubicBezTo>
                  <a:cubicBezTo>
                    <a:pt x="51" y="166"/>
                    <a:pt x="56" y="168"/>
                    <a:pt x="61" y="168"/>
                  </a:cubicBezTo>
                  <a:cubicBezTo>
                    <a:pt x="67" y="169"/>
                    <a:pt x="74" y="168"/>
                    <a:pt x="79" y="166"/>
                  </a:cubicBezTo>
                  <a:cubicBezTo>
                    <a:pt x="95" y="161"/>
                    <a:pt x="110" y="155"/>
                    <a:pt x="125" y="147"/>
                  </a:cubicBezTo>
                  <a:cubicBezTo>
                    <a:pt x="134" y="141"/>
                    <a:pt x="146" y="133"/>
                    <a:pt x="150" y="122"/>
                  </a:cubicBezTo>
                  <a:cubicBezTo>
                    <a:pt x="157" y="107"/>
                    <a:pt x="151" y="90"/>
                    <a:pt x="146" y="77"/>
                  </a:cubicBezTo>
                  <a:cubicBezTo>
                    <a:pt x="140" y="64"/>
                    <a:pt x="134" y="50"/>
                    <a:pt x="126" y="38"/>
                  </a:cubicBezTo>
                  <a:cubicBezTo>
                    <a:pt x="115" y="19"/>
                    <a:pt x="103" y="9"/>
                    <a:pt x="90" y="6"/>
                  </a:cubicBezTo>
                  <a:cubicBezTo>
                    <a:pt x="88" y="5"/>
                    <a:pt x="86" y="5"/>
                    <a:pt x="84" y="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" name="Google Shape;276;p17"/>
            <p:cNvSpPr/>
            <p:nvPr/>
          </p:nvSpPr>
          <p:spPr>
            <a:xfrm>
              <a:off x="3759670" y="2580769"/>
              <a:ext cx="326584" cy="345794"/>
            </a:xfrm>
            <a:custGeom>
              <a:avLst/>
              <a:gdLst/>
              <a:ahLst/>
              <a:cxnLst/>
              <a:rect l="l" t="t" r="r" b="b"/>
              <a:pathLst>
                <a:path w="109" h="115" extrusionOk="0">
                  <a:moveTo>
                    <a:pt x="43" y="115"/>
                  </a:moveTo>
                  <a:cubicBezTo>
                    <a:pt x="38" y="115"/>
                    <a:pt x="33" y="114"/>
                    <a:pt x="29" y="112"/>
                  </a:cubicBezTo>
                  <a:cubicBezTo>
                    <a:pt x="24" y="109"/>
                    <a:pt x="20" y="104"/>
                    <a:pt x="17" y="99"/>
                  </a:cubicBezTo>
                  <a:cubicBezTo>
                    <a:pt x="11" y="90"/>
                    <a:pt x="3" y="79"/>
                    <a:pt x="2" y="67"/>
                  </a:cubicBezTo>
                  <a:cubicBezTo>
                    <a:pt x="0" y="52"/>
                    <a:pt x="8" y="39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21" y="23"/>
                    <a:pt x="41" y="0"/>
                    <a:pt x="62" y="1"/>
                  </a:cubicBezTo>
                  <a:cubicBezTo>
                    <a:pt x="72" y="1"/>
                    <a:pt x="80" y="7"/>
                    <a:pt x="87" y="18"/>
                  </a:cubicBezTo>
                  <a:cubicBezTo>
                    <a:pt x="95" y="32"/>
                    <a:pt x="101" y="46"/>
                    <a:pt x="105" y="61"/>
                  </a:cubicBezTo>
                  <a:cubicBezTo>
                    <a:pt x="107" y="69"/>
                    <a:pt x="109" y="78"/>
                    <a:pt x="105" y="87"/>
                  </a:cubicBezTo>
                  <a:cubicBezTo>
                    <a:pt x="101" y="96"/>
                    <a:pt x="92" y="103"/>
                    <a:pt x="78" y="108"/>
                  </a:cubicBezTo>
                  <a:cubicBezTo>
                    <a:pt x="69" y="111"/>
                    <a:pt x="61" y="113"/>
                    <a:pt x="53" y="114"/>
                  </a:cubicBezTo>
                  <a:cubicBezTo>
                    <a:pt x="50" y="115"/>
                    <a:pt x="46" y="115"/>
                    <a:pt x="43" y="115"/>
                  </a:cubicBezTo>
                  <a:close/>
                  <a:moveTo>
                    <a:pt x="16" y="32"/>
                  </a:moveTo>
                  <a:cubicBezTo>
                    <a:pt x="10" y="40"/>
                    <a:pt x="3" y="53"/>
                    <a:pt x="4" y="66"/>
                  </a:cubicBezTo>
                  <a:cubicBezTo>
                    <a:pt x="5" y="78"/>
                    <a:pt x="12" y="89"/>
                    <a:pt x="18" y="98"/>
                  </a:cubicBezTo>
                  <a:cubicBezTo>
                    <a:pt x="22" y="102"/>
                    <a:pt x="25" y="107"/>
                    <a:pt x="30" y="110"/>
                  </a:cubicBezTo>
                  <a:cubicBezTo>
                    <a:pt x="37" y="114"/>
                    <a:pt x="45" y="113"/>
                    <a:pt x="52" y="112"/>
                  </a:cubicBezTo>
                  <a:cubicBezTo>
                    <a:pt x="61" y="111"/>
                    <a:pt x="69" y="109"/>
                    <a:pt x="77" y="106"/>
                  </a:cubicBezTo>
                  <a:cubicBezTo>
                    <a:pt x="91" y="101"/>
                    <a:pt x="100" y="95"/>
                    <a:pt x="103" y="86"/>
                  </a:cubicBezTo>
                  <a:cubicBezTo>
                    <a:pt x="106" y="78"/>
                    <a:pt x="105" y="69"/>
                    <a:pt x="103" y="61"/>
                  </a:cubicBezTo>
                  <a:cubicBezTo>
                    <a:pt x="99" y="47"/>
                    <a:pt x="93" y="32"/>
                    <a:pt x="85" y="19"/>
                  </a:cubicBezTo>
                  <a:cubicBezTo>
                    <a:pt x="79" y="9"/>
                    <a:pt x="71" y="3"/>
                    <a:pt x="62" y="3"/>
                  </a:cubicBezTo>
                  <a:cubicBezTo>
                    <a:pt x="62" y="3"/>
                    <a:pt x="61" y="3"/>
                    <a:pt x="60" y="3"/>
                  </a:cubicBezTo>
                  <a:cubicBezTo>
                    <a:pt x="41" y="3"/>
                    <a:pt x="22" y="25"/>
                    <a:pt x="16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7" name="Google Shape;277;p17"/>
            <p:cNvSpPr/>
            <p:nvPr/>
          </p:nvSpPr>
          <p:spPr>
            <a:xfrm>
              <a:off x="3840947" y="2653179"/>
              <a:ext cx="212797" cy="212797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37" y="71"/>
                  </a:moveTo>
                  <a:cubicBezTo>
                    <a:pt x="32" y="71"/>
                    <a:pt x="27" y="71"/>
                    <a:pt x="22" y="70"/>
                  </a:cubicBezTo>
                  <a:cubicBezTo>
                    <a:pt x="18" y="69"/>
                    <a:pt x="14" y="68"/>
                    <a:pt x="11" y="65"/>
                  </a:cubicBezTo>
                  <a:cubicBezTo>
                    <a:pt x="9" y="63"/>
                    <a:pt x="7" y="60"/>
                    <a:pt x="6" y="57"/>
                  </a:cubicBezTo>
                  <a:cubicBezTo>
                    <a:pt x="3" y="49"/>
                    <a:pt x="0" y="36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7" y="12"/>
                    <a:pt x="15" y="5"/>
                    <a:pt x="25" y="3"/>
                  </a:cubicBezTo>
                  <a:cubicBezTo>
                    <a:pt x="37" y="0"/>
                    <a:pt x="50" y="5"/>
                    <a:pt x="59" y="16"/>
                  </a:cubicBezTo>
                  <a:cubicBezTo>
                    <a:pt x="67" y="25"/>
                    <a:pt x="71" y="39"/>
                    <a:pt x="68" y="51"/>
                  </a:cubicBezTo>
                  <a:cubicBezTo>
                    <a:pt x="67" y="56"/>
                    <a:pt x="64" y="60"/>
                    <a:pt x="62" y="63"/>
                  </a:cubicBezTo>
                  <a:cubicBezTo>
                    <a:pt x="57" y="68"/>
                    <a:pt x="49" y="71"/>
                    <a:pt x="39" y="71"/>
                  </a:cubicBezTo>
                  <a:cubicBezTo>
                    <a:pt x="38" y="71"/>
                    <a:pt x="37" y="71"/>
                    <a:pt x="37" y="71"/>
                  </a:cubicBezTo>
                  <a:close/>
                  <a:moveTo>
                    <a:pt x="31" y="4"/>
                  </a:moveTo>
                  <a:cubicBezTo>
                    <a:pt x="29" y="4"/>
                    <a:pt x="27" y="4"/>
                    <a:pt x="26" y="5"/>
                  </a:cubicBezTo>
                  <a:cubicBezTo>
                    <a:pt x="16" y="7"/>
                    <a:pt x="9" y="13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2" y="36"/>
                    <a:pt x="5" y="48"/>
                    <a:pt x="8" y="57"/>
                  </a:cubicBezTo>
                  <a:cubicBezTo>
                    <a:pt x="9" y="59"/>
                    <a:pt x="10" y="62"/>
                    <a:pt x="12" y="64"/>
                  </a:cubicBezTo>
                  <a:cubicBezTo>
                    <a:pt x="15" y="66"/>
                    <a:pt x="19" y="67"/>
                    <a:pt x="22" y="68"/>
                  </a:cubicBezTo>
                  <a:cubicBezTo>
                    <a:pt x="28" y="69"/>
                    <a:pt x="33" y="69"/>
                    <a:pt x="39" y="69"/>
                  </a:cubicBezTo>
                  <a:cubicBezTo>
                    <a:pt x="49" y="69"/>
                    <a:pt x="56" y="66"/>
                    <a:pt x="60" y="62"/>
                  </a:cubicBezTo>
                  <a:cubicBezTo>
                    <a:pt x="63" y="59"/>
                    <a:pt x="65" y="55"/>
                    <a:pt x="66" y="51"/>
                  </a:cubicBezTo>
                  <a:cubicBezTo>
                    <a:pt x="69" y="39"/>
                    <a:pt x="66" y="26"/>
                    <a:pt x="58" y="17"/>
                  </a:cubicBezTo>
                  <a:cubicBezTo>
                    <a:pt x="51" y="9"/>
                    <a:pt x="41" y="4"/>
                    <a:pt x="31" y="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0" name="Google Shape;280;p18"/>
          <p:cNvSpPr txBox="1"/>
          <p:nvPr>
            <p:ph type="subTitle" idx="1"/>
          </p:nvPr>
        </p:nvSpPr>
        <p:spPr>
          <a:xfrm>
            <a:off x="715100" y="1382675"/>
            <a:ext cx="37038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1" name="Google Shape;281;p18"/>
          <p:cNvSpPr txBox="1"/>
          <p:nvPr>
            <p:ph type="subTitle" idx="2"/>
          </p:nvPr>
        </p:nvSpPr>
        <p:spPr>
          <a:xfrm>
            <a:off x="715102" y="1832375"/>
            <a:ext cx="37038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18"/>
          <p:cNvSpPr txBox="1"/>
          <p:nvPr>
            <p:ph type="subTitle" idx="3"/>
          </p:nvPr>
        </p:nvSpPr>
        <p:spPr>
          <a:xfrm>
            <a:off x="4715235" y="1832375"/>
            <a:ext cx="37038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18"/>
          <p:cNvSpPr txBox="1"/>
          <p:nvPr>
            <p:ph type="subTitle" idx="4"/>
          </p:nvPr>
        </p:nvSpPr>
        <p:spPr>
          <a:xfrm>
            <a:off x="715102" y="3346925"/>
            <a:ext cx="37038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18"/>
          <p:cNvSpPr txBox="1"/>
          <p:nvPr>
            <p:ph type="subTitle" idx="5"/>
          </p:nvPr>
        </p:nvSpPr>
        <p:spPr>
          <a:xfrm>
            <a:off x="4715235" y="3346925"/>
            <a:ext cx="37038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5" name="Google Shape;285;p18"/>
          <p:cNvSpPr txBox="1"/>
          <p:nvPr>
            <p:ph type="subTitle" idx="6"/>
          </p:nvPr>
        </p:nvSpPr>
        <p:spPr>
          <a:xfrm>
            <a:off x="715100" y="2897225"/>
            <a:ext cx="37038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6" name="Google Shape;286;p18"/>
          <p:cNvSpPr txBox="1"/>
          <p:nvPr>
            <p:ph type="subTitle" idx="7"/>
          </p:nvPr>
        </p:nvSpPr>
        <p:spPr>
          <a:xfrm>
            <a:off x="4715233" y="1382675"/>
            <a:ext cx="37038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7" name="Google Shape;287;p18"/>
          <p:cNvSpPr txBox="1"/>
          <p:nvPr>
            <p:ph type="subTitle" idx="8"/>
          </p:nvPr>
        </p:nvSpPr>
        <p:spPr>
          <a:xfrm>
            <a:off x="4715233" y="2897225"/>
            <a:ext cx="37038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8" name="Google Shape;288;p18"/>
          <p:cNvSpPr/>
          <p:nvPr/>
        </p:nvSpPr>
        <p:spPr>
          <a:xfrm>
            <a:off x="4572000" y="4898100"/>
            <a:ext cx="4572000" cy="24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grpSp>
        <p:nvGrpSpPr>
          <p:cNvPr id="289" name="Google Shape;289;p18"/>
          <p:cNvGrpSpPr/>
          <p:nvPr/>
        </p:nvGrpSpPr>
        <p:grpSpPr>
          <a:xfrm>
            <a:off x="-891851" y="-292746"/>
            <a:ext cx="9896239" cy="6442870"/>
            <a:chOff x="-891851" y="-292746"/>
            <a:chExt cx="9896239" cy="6442870"/>
          </a:xfrm>
        </p:grpSpPr>
        <p:grpSp>
          <p:nvGrpSpPr>
            <p:cNvPr id="290" name="Google Shape;290;p18"/>
            <p:cNvGrpSpPr/>
            <p:nvPr/>
          </p:nvGrpSpPr>
          <p:grpSpPr>
            <a:xfrm>
              <a:off x="7853410" y="-292746"/>
              <a:ext cx="1150979" cy="827754"/>
              <a:chOff x="7418590" y="3791050"/>
              <a:chExt cx="599968" cy="431504"/>
            </a:xfrm>
          </p:grpSpPr>
          <p:sp>
            <p:nvSpPr>
              <p:cNvPr id="291" name="Google Shape;291;p18"/>
              <p:cNvSpPr/>
              <p:nvPr/>
            </p:nvSpPr>
            <p:spPr>
              <a:xfrm>
                <a:off x="7418590" y="3794005"/>
                <a:ext cx="17733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6" h="140" extrusionOk="0">
                    <a:moveTo>
                      <a:pt x="6" y="140"/>
                    </a:moveTo>
                    <a:cubicBezTo>
                      <a:pt x="4" y="140"/>
                      <a:pt x="4" y="140"/>
                      <a:pt x="4" y="140"/>
                    </a:cubicBezTo>
                    <a:cubicBezTo>
                      <a:pt x="4" y="93"/>
                      <a:pt x="3" y="47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5" y="47"/>
                      <a:pt x="6" y="93"/>
                      <a:pt x="6" y="1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2" name="Google Shape;292;p18"/>
              <p:cNvSpPr/>
              <p:nvPr/>
            </p:nvSpPr>
            <p:spPr>
              <a:xfrm>
                <a:off x="7445189" y="3796961"/>
                <a:ext cx="17733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6" h="141" extrusionOk="0">
                    <a:moveTo>
                      <a:pt x="3" y="141"/>
                    </a:moveTo>
                    <a:cubicBezTo>
                      <a:pt x="2" y="123"/>
                      <a:pt x="3" y="105"/>
                      <a:pt x="3" y="87"/>
                    </a:cubicBezTo>
                    <a:cubicBezTo>
                      <a:pt x="4" y="67"/>
                      <a:pt x="4" y="46"/>
                      <a:pt x="2" y="26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16"/>
                      <a:pt x="0" y="8"/>
                      <a:pt x="2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2" y="8"/>
                      <a:pt x="3" y="16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6" y="46"/>
                      <a:pt x="6" y="67"/>
                      <a:pt x="5" y="87"/>
                    </a:cubicBezTo>
                    <a:cubicBezTo>
                      <a:pt x="5" y="105"/>
                      <a:pt x="4" y="123"/>
                      <a:pt x="5" y="140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3" name="Google Shape;293;p18"/>
              <p:cNvSpPr/>
              <p:nvPr/>
            </p:nvSpPr>
            <p:spPr>
              <a:xfrm>
                <a:off x="7486566" y="3794005"/>
                <a:ext cx="20689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7" h="141" extrusionOk="0">
                    <a:moveTo>
                      <a:pt x="1" y="141"/>
                    </a:moveTo>
                    <a:cubicBezTo>
                      <a:pt x="0" y="120"/>
                      <a:pt x="1" y="100"/>
                      <a:pt x="2" y="80"/>
                    </a:cubicBezTo>
                    <a:cubicBezTo>
                      <a:pt x="3" y="54"/>
                      <a:pt x="5" y="27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27"/>
                      <a:pt x="5" y="54"/>
                      <a:pt x="4" y="80"/>
                    </a:cubicBezTo>
                    <a:cubicBezTo>
                      <a:pt x="3" y="100"/>
                      <a:pt x="2" y="120"/>
                      <a:pt x="3" y="141"/>
                    </a:cubicBezTo>
                    <a:lnTo>
                      <a:pt x="1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4" name="Google Shape;294;p18"/>
              <p:cNvSpPr/>
              <p:nvPr/>
            </p:nvSpPr>
            <p:spPr>
              <a:xfrm>
                <a:off x="7535332" y="3791050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1" y="95"/>
                      <a:pt x="2" y="47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47"/>
                      <a:pt x="3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7567843" y="3791050"/>
                <a:ext cx="26600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9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5" y="95"/>
                      <a:pt x="7" y="47"/>
                      <a:pt x="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9" y="47"/>
                      <a:pt x="7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6" name="Google Shape;296;p18"/>
              <p:cNvSpPr/>
              <p:nvPr/>
            </p:nvSpPr>
            <p:spPr>
              <a:xfrm>
                <a:off x="7597398" y="3794005"/>
                <a:ext cx="19211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6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0" y="95"/>
                      <a:pt x="2" y="47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7"/>
                      <a:pt x="2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7643208" y="3794005"/>
                <a:ext cx="29555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2" extrusionOk="0">
                    <a:moveTo>
                      <a:pt x="5" y="142"/>
                    </a:moveTo>
                    <a:cubicBezTo>
                      <a:pt x="0" y="123"/>
                      <a:pt x="3" y="104"/>
                      <a:pt x="5" y="85"/>
                    </a:cubicBezTo>
                    <a:cubicBezTo>
                      <a:pt x="7" y="72"/>
                      <a:pt x="8" y="59"/>
                      <a:pt x="8" y="47"/>
                    </a:cubicBezTo>
                    <a:cubicBezTo>
                      <a:pt x="8" y="39"/>
                      <a:pt x="7" y="31"/>
                      <a:pt x="6" y="23"/>
                    </a:cubicBezTo>
                    <a:cubicBezTo>
                      <a:pt x="5" y="16"/>
                      <a:pt x="4" y="8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8"/>
                      <a:pt x="7" y="16"/>
                      <a:pt x="8" y="23"/>
                    </a:cubicBezTo>
                    <a:cubicBezTo>
                      <a:pt x="9" y="31"/>
                      <a:pt x="10" y="39"/>
                      <a:pt x="10" y="47"/>
                    </a:cubicBezTo>
                    <a:cubicBezTo>
                      <a:pt x="10" y="59"/>
                      <a:pt x="9" y="72"/>
                      <a:pt x="7" y="85"/>
                    </a:cubicBezTo>
                    <a:cubicBezTo>
                      <a:pt x="5" y="104"/>
                      <a:pt x="2" y="123"/>
                      <a:pt x="7" y="142"/>
                    </a:cubicBezTo>
                    <a:lnTo>
                      <a:pt x="5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8" name="Google Shape;298;p18"/>
              <p:cNvSpPr/>
              <p:nvPr/>
            </p:nvSpPr>
            <p:spPr>
              <a:xfrm>
                <a:off x="768458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0" y="142"/>
                    </a:moveTo>
                    <a:cubicBezTo>
                      <a:pt x="0" y="95"/>
                      <a:pt x="1" y="47"/>
                      <a:pt x="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47"/>
                      <a:pt x="2" y="95"/>
                      <a:pt x="2" y="142"/>
                    </a:cubicBezTo>
                    <a:lnTo>
                      <a:pt x="0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9" name="Google Shape;299;p18"/>
              <p:cNvSpPr/>
              <p:nvPr/>
            </p:nvSpPr>
            <p:spPr>
              <a:xfrm>
                <a:off x="7727440" y="3794005"/>
                <a:ext cx="11822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4" h="141" extrusionOk="0">
                    <a:moveTo>
                      <a:pt x="3" y="141"/>
                    </a:moveTo>
                    <a:cubicBezTo>
                      <a:pt x="1" y="141"/>
                      <a:pt x="1" y="141"/>
                      <a:pt x="1" y="141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2" y="38"/>
                      <a:pt x="2" y="19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19"/>
                      <a:pt x="4" y="38"/>
                      <a:pt x="4" y="57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775699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3" y="142"/>
                    </a:moveTo>
                    <a:cubicBezTo>
                      <a:pt x="1" y="142"/>
                      <a:pt x="1" y="142"/>
                      <a:pt x="1" y="142"/>
                    </a:cubicBezTo>
                    <a:cubicBezTo>
                      <a:pt x="2" y="95"/>
                      <a:pt x="2" y="47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47"/>
                      <a:pt x="4" y="95"/>
                      <a:pt x="3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01" name="Google Shape;301;p18"/>
              <p:cNvSpPr/>
              <p:nvPr/>
            </p:nvSpPr>
            <p:spPr>
              <a:xfrm>
                <a:off x="7795417" y="3794005"/>
                <a:ext cx="13300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9" h="284" extrusionOk="0">
                    <a:moveTo>
                      <a:pt x="4" y="284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9" y="284"/>
                    </a:lnTo>
                    <a:lnTo>
                      <a:pt x="4" y="2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7829405" y="3794005"/>
                <a:ext cx="29555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1" extrusionOk="0">
                    <a:moveTo>
                      <a:pt x="3" y="141"/>
                    </a:moveTo>
                    <a:cubicBezTo>
                      <a:pt x="0" y="94"/>
                      <a:pt x="2" y="47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47"/>
                      <a:pt x="2" y="94"/>
                      <a:pt x="5" y="141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03" name="Google Shape;303;p18"/>
              <p:cNvSpPr/>
              <p:nvPr/>
            </p:nvSpPr>
            <p:spPr>
              <a:xfrm>
                <a:off x="7856005" y="3799916"/>
                <a:ext cx="20689" cy="416727"/>
              </a:xfrm>
              <a:custGeom>
                <a:avLst/>
                <a:gdLst/>
                <a:ahLst/>
                <a:cxnLst/>
                <a:rect l="l" t="t" r="r" b="b"/>
                <a:pathLst>
                  <a:path w="7" h="139" extrusionOk="0">
                    <a:moveTo>
                      <a:pt x="2" y="139"/>
                    </a:moveTo>
                    <a:cubicBezTo>
                      <a:pt x="0" y="139"/>
                      <a:pt x="0" y="139"/>
                      <a:pt x="0" y="139"/>
                    </a:cubicBezTo>
                    <a:cubicBezTo>
                      <a:pt x="1" y="93"/>
                      <a:pt x="2" y="46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46"/>
                      <a:pt x="3" y="93"/>
                      <a:pt x="2" y="1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04" name="Google Shape;304;p18"/>
              <p:cNvSpPr/>
              <p:nvPr/>
            </p:nvSpPr>
            <p:spPr>
              <a:xfrm>
                <a:off x="7904771" y="3796961"/>
                <a:ext cx="14778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5" h="141" extrusionOk="0">
                    <a:moveTo>
                      <a:pt x="2" y="141"/>
                    </a:moveTo>
                    <a:cubicBezTo>
                      <a:pt x="0" y="141"/>
                      <a:pt x="0" y="141"/>
                      <a:pt x="0" y="141"/>
                    </a:cubicBezTo>
                    <a:cubicBezTo>
                      <a:pt x="2" y="94"/>
                      <a:pt x="3" y="47"/>
                      <a:pt x="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47"/>
                      <a:pt x="4" y="94"/>
                      <a:pt x="2" y="1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7946148" y="3796961"/>
                <a:ext cx="32511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11" h="140" extrusionOk="0">
                    <a:moveTo>
                      <a:pt x="9" y="140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21"/>
                      <a:pt x="3" y="16"/>
                      <a:pt x="2" y="10"/>
                    </a:cubicBezTo>
                    <a:cubicBezTo>
                      <a:pt x="1" y="10"/>
                      <a:pt x="1" y="9"/>
                      <a:pt x="1" y="8"/>
                    </a:cubicBezTo>
                    <a:cubicBezTo>
                      <a:pt x="0" y="6"/>
                      <a:pt x="0" y="3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5"/>
                      <a:pt x="3" y="8"/>
                    </a:cubicBezTo>
                    <a:cubicBezTo>
                      <a:pt x="3" y="9"/>
                      <a:pt x="3" y="9"/>
                      <a:pt x="3" y="10"/>
                    </a:cubicBezTo>
                    <a:cubicBezTo>
                      <a:pt x="5" y="15"/>
                      <a:pt x="5" y="21"/>
                      <a:pt x="5" y="27"/>
                    </a:cubicBezTo>
                    <a:cubicBezTo>
                      <a:pt x="11" y="140"/>
                      <a:pt x="11" y="140"/>
                      <a:pt x="11" y="140"/>
                    </a:cubicBezTo>
                    <a:lnTo>
                      <a:pt x="9" y="14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8006736" y="3796961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19"/>
                      <a:pt x="1" y="94"/>
                      <a:pt x="1" y="71"/>
                    </a:cubicBezTo>
                    <a:cubicBezTo>
                      <a:pt x="2" y="48"/>
                      <a:pt x="2" y="24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24"/>
                      <a:pt x="4" y="48"/>
                      <a:pt x="3" y="71"/>
                    </a:cubicBezTo>
                    <a:cubicBezTo>
                      <a:pt x="3" y="94"/>
                      <a:pt x="2" y="118"/>
                      <a:pt x="4" y="142"/>
                    </a:cubicBezTo>
                    <a:lnTo>
                      <a:pt x="2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307" name="Google Shape;307;p18"/>
            <p:cNvSpPr/>
            <p:nvPr/>
          </p:nvSpPr>
          <p:spPr>
            <a:xfrm flipH="1">
              <a:off x="-891851" y="4135499"/>
              <a:ext cx="3213900" cy="2014625"/>
            </a:xfrm>
            <a:custGeom>
              <a:avLst/>
              <a:gdLst/>
              <a:ahLst/>
              <a:cxnLst/>
              <a:rect l="l" t="t" r="r" b="b"/>
              <a:pathLst>
                <a:path w="800" h="501" extrusionOk="0">
                  <a:moveTo>
                    <a:pt x="1" y="501"/>
                  </a:moveTo>
                  <a:cubicBezTo>
                    <a:pt x="0" y="499"/>
                    <a:pt x="0" y="499"/>
                    <a:pt x="0" y="499"/>
                  </a:cubicBezTo>
                  <a:cubicBezTo>
                    <a:pt x="2" y="498"/>
                    <a:pt x="2" y="498"/>
                    <a:pt x="2" y="498"/>
                  </a:cubicBezTo>
                  <a:cubicBezTo>
                    <a:pt x="61" y="472"/>
                    <a:pt x="123" y="445"/>
                    <a:pt x="183" y="417"/>
                  </a:cubicBezTo>
                  <a:cubicBezTo>
                    <a:pt x="206" y="407"/>
                    <a:pt x="232" y="395"/>
                    <a:pt x="250" y="375"/>
                  </a:cubicBezTo>
                  <a:cubicBezTo>
                    <a:pt x="261" y="363"/>
                    <a:pt x="269" y="347"/>
                    <a:pt x="277" y="332"/>
                  </a:cubicBezTo>
                  <a:cubicBezTo>
                    <a:pt x="290" y="305"/>
                    <a:pt x="304" y="278"/>
                    <a:pt x="317" y="251"/>
                  </a:cubicBezTo>
                  <a:cubicBezTo>
                    <a:pt x="318" y="248"/>
                    <a:pt x="318" y="248"/>
                    <a:pt x="318" y="248"/>
                  </a:cubicBezTo>
                  <a:cubicBezTo>
                    <a:pt x="326" y="231"/>
                    <a:pt x="334" y="213"/>
                    <a:pt x="348" y="199"/>
                  </a:cubicBezTo>
                  <a:cubicBezTo>
                    <a:pt x="358" y="188"/>
                    <a:pt x="371" y="181"/>
                    <a:pt x="383" y="173"/>
                  </a:cubicBezTo>
                  <a:cubicBezTo>
                    <a:pt x="593" y="47"/>
                    <a:pt x="593" y="47"/>
                    <a:pt x="593" y="47"/>
                  </a:cubicBezTo>
                  <a:cubicBezTo>
                    <a:pt x="604" y="41"/>
                    <a:pt x="615" y="34"/>
                    <a:pt x="628" y="29"/>
                  </a:cubicBezTo>
                  <a:cubicBezTo>
                    <a:pt x="642" y="24"/>
                    <a:pt x="657" y="22"/>
                    <a:pt x="671" y="20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800" y="2"/>
                    <a:pt x="800" y="2"/>
                    <a:pt x="800" y="2"/>
                  </a:cubicBezTo>
                  <a:cubicBezTo>
                    <a:pt x="671" y="22"/>
                    <a:pt x="671" y="22"/>
                    <a:pt x="671" y="22"/>
                  </a:cubicBezTo>
                  <a:cubicBezTo>
                    <a:pt x="657" y="24"/>
                    <a:pt x="642" y="26"/>
                    <a:pt x="628" y="31"/>
                  </a:cubicBezTo>
                  <a:cubicBezTo>
                    <a:pt x="616" y="36"/>
                    <a:pt x="605" y="42"/>
                    <a:pt x="594" y="49"/>
                  </a:cubicBezTo>
                  <a:cubicBezTo>
                    <a:pt x="384" y="175"/>
                    <a:pt x="384" y="175"/>
                    <a:pt x="384" y="175"/>
                  </a:cubicBezTo>
                  <a:cubicBezTo>
                    <a:pt x="372" y="182"/>
                    <a:pt x="359" y="190"/>
                    <a:pt x="349" y="200"/>
                  </a:cubicBezTo>
                  <a:cubicBezTo>
                    <a:pt x="336" y="214"/>
                    <a:pt x="328" y="232"/>
                    <a:pt x="320" y="249"/>
                  </a:cubicBezTo>
                  <a:cubicBezTo>
                    <a:pt x="318" y="252"/>
                    <a:pt x="318" y="252"/>
                    <a:pt x="318" y="252"/>
                  </a:cubicBezTo>
                  <a:cubicBezTo>
                    <a:pt x="306" y="279"/>
                    <a:pt x="292" y="306"/>
                    <a:pt x="279" y="333"/>
                  </a:cubicBezTo>
                  <a:cubicBezTo>
                    <a:pt x="271" y="348"/>
                    <a:pt x="263" y="364"/>
                    <a:pt x="251" y="377"/>
                  </a:cubicBezTo>
                  <a:cubicBezTo>
                    <a:pt x="233" y="397"/>
                    <a:pt x="207" y="409"/>
                    <a:pt x="184" y="419"/>
                  </a:cubicBezTo>
                  <a:cubicBezTo>
                    <a:pt x="123" y="446"/>
                    <a:pt x="62" y="474"/>
                    <a:pt x="3" y="500"/>
                  </a:cubicBezTo>
                  <a:lnTo>
                    <a:pt x="1" y="5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9"/>
          <p:cNvSpPr txBox="1"/>
          <p:nvPr>
            <p:ph type="subTitle" idx="1"/>
          </p:nvPr>
        </p:nvSpPr>
        <p:spPr>
          <a:xfrm>
            <a:off x="721133" y="1811513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19"/>
          <p:cNvSpPr txBox="1"/>
          <p:nvPr>
            <p:ph type="subTitle" idx="2"/>
          </p:nvPr>
        </p:nvSpPr>
        <p:spPr>
          <a:xfrm>
            <a:off x="3342150" y="1811513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2" name="Google Shape;312;p19"/>
          <p:cNvSpPr txBox="1"/>
          <p:nvPr>
            <p:ph type="subTitle" idx="3"/>
          </p:nvPr>
        </p:nvSpPr>
        <p:spPr>
          <a:xfrm>
            <a:off x="5963167" y="1811513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3" name="Google Shape;313;p19"/>
          <p:cNvSpPr txBox="1"/>
          <p:nvPr>
            <p:ph type="subTitle" idx="4"/>
          </p:nvPr>
        </p:nvSpPr>
        <p:spPr>
          <a:xfrm>
            <a:off x="721133" y="3512625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4" name="Google Shape;314;p19"/>
          <p:cNvSpPr txBox="1"/>
          <p:nvPr>
            <p:ph type="subTitle" idx="5"/>
          </p:nvPr>
        </p:nvSpPr>
        <p:spPr>
          <a:xfrm>
            <a:off x="3342234" y="3512625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19"/>
          <p:cNvSpPr txBox="1"/>
          <p:nvPr>
            <p:ph type="subTitle" idx="6"/>
          </p:nvPr>
        </p:nvSpPr>
        <p:spPr>
          <a:xfrm>
            <a:off x="5963167" y="3512625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19"/>
          <p:cNvSpPr txBox="1"/>
          <p:nvPr>
            <p:ph type="subTitle" idx="7"/>
          </p:nvPr>
        </p:nvSpPr>
        <p:spPr>
          <a:xfrm>
            <a:off x="721133" y="13528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7" name="Google Shape;317;p19"/>
          <p:cNvSpPr txBox="1"/>
          <p:nvPr>
            <p:ph type="subTitle" idx="8"/>
          </p:nvPr>
        </p:nvSpPr>
        <p:spPr>
          <a:xfrm>
            <a:off x="3342150" y="13528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type="subTitle" idx="9"/>
          </p:nvPr>
        </p:nvSpPr>
        <p:spPr>
          <a:xfrm>
            <a:off x="5963167" y="1352875"/>
            <a:ext cx="24597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type="subTitle" idx="13"/>
          </p:nvPr>
        </p:nvSpPr>
        <p:spPr>
          <a:xfrm>
            <a:off x="721133" y="30494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0" name="Google Shape;320;p19"/>
          <p:cNvSpPr txBox="1"/>
          <p:nvPr>
            <p:ph type="subTitle" idx="14"/>
          </p:nvPr>
        </p:nvSpPr>
        <p:spPr>
          <a:xfrm>
            <a:off x="3342234" y="30494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" name="Google Shape;321;p19"/>
          <p:cNvSpPr txBox="1"/>
          <p:nvPr>
            <p:ph type="subTitle" idx="15"/>
          </p:nvPr>
        </p:nvSpPr>
        <p:spPr>
          <a:xfrm>
            <a:off x="5963467" y="30494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22" name="Google Shape;322;p19"/>
          <p:cNvGrpSpPr/>
          <p:nvPr/>
        </p:nvGrpSpPr>
        <p:grpSpPr>
          <a:xfrm>
            <a:off x="8422586" y="-38768"/>
            <a:ext cx="1249536" cy="1147532"/>
            <a:chOff x="3447864" y="2257141"/>
            <a:chExt cx="1013740" cy="930985"/>
          </a:xfrm>
        </p:grpSpPr>
        <p:sp>
          <p:nvSpPr>
            <p:cNvPr id="323" name="Google Shape;323;p19"/>
            <p:cNvSpPr/>
            <p:nvPr/>
          </p:nvSpPr>
          <p:spPr>
            <a:xfrm>
              <a:off x="3447864" y="2257141"/>
              <a:ext cx="1013740" cy="930985"/>
            </a:xfrm>
            <a:custGeom>
              <a:avLst/>
              <a:gdLst/>
              <a:ahLst/>
              <a:cxnLst/>
              <a:rect l="l" t="t" r="r" b="b"/>
              <a:pathLst>
                <a:path w="338" h="310" extrusionOk="0">
                  <a:moveTo>
                    <a:pt x="206" y="309"/>
                  </a:moveTo>
                  <a:cubicBezTo>
                    <a:pt x="164" y="309"/>
                    <a:pt x="122" y="295"/>
                    <a:pt x="85" y="282"/>
                  </a:cubicBezTo>
                  <a:cubicBezTo>
                    <a:pt x="57" y="273"/>
                    <a:pt x="57" y="273"/>
                    <a:pt x="57" y="273"/>
                  </a:cubicBezTo>
                  <a:cubicBezTo>
                    <a:pt x="48" y="270"/>
                    <a:pt x="38" y="267"/>
                    <a:pt x="31" y="260"/>
                  </a:cubicBezTo>
                  <a:cubicBezTo>
                    <a:pt x="20" y="249"/>
                    <a:pt x="17" y="234"/>
                    <a:pt x="15" y="218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3" y="140"/>
                    <a:pt x="0" y="119"/>
                    <a:pt x="7" y="101"/>
                  </a:cubicBezTo>
                  <a:cubicBezTo>
                    <a:pt x="14" y="84"/>
                    <a:pt x="28" y="72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61" y="47"/>
                    <a:pt x="84" y="34"/>
                    <a:pt x="108" y="23"/>
                  </a:cubicBezTo>
                  <a:cubicBezTo>
                    <a:pt x="128" y="15"/>
                    <a:pt x="156" y="3"/>
                    <a:pt x="180" y="2"/>
                  </a:cubicBezTo>
                  <a:cubicBezTo>
                    <a:pt x="194" y="1"/>
                    <a:pt x="211" y="0"/>
                    <a:pt x="226" y="5"/>
                  </a:cubicBezTo>
                  <a:cubicBezTo>
                    <a:pt x="243" y="11"/>
                    <a:pt x="258" y="23"/>
                    <a:pt x="274" y="43"/>
                  </a:cubicBezTo>
                  <a:cubicBezTo>
                    <a:pt x="294" y="67"/>
                    <a:pt x="311" y="97"/>
                    <a:pt x="327" y="136"/>
                  </a:cubicBezTo>
                  <a:cubicBezTo>
                    <a:pt x="333" y="149"/>
                    <a:pt x="338" y="163"/>
                    <a:pt x="337" y="177"/>
                  </a:cubicBezTo>
                  <a:cubicBezTo>
                    <a:pt x="336" y="194"/>
                    <a:pt x="327" y="208"/>
                    <a:pt x="319" y="221"/>
                  </a:cubicBezTo>
                  <a:cubicBezTo>
                    <a:pt x="305" y="244"/>
                    <a:pt x="305" y="244"/>
                    <a:pt x="305" y="244"/>
                  </a:cubicBezTo>
                  <a:cubicBezTo>
                    <a:pt x="293" y="264"/>
                    <a:pt x="279" y="288"/>
                    <a:pt x="256" y="300"/>
                  </a:cubicBezTo>
                  <a:cubicBezTo>
                    <a:pt x="246" y="305"/>
                    <a:pt x="234" y="307"/>
                    <a:pt x="219" y="309"/>
                  </a:cubicBezTo>
                  <a:cubicBezTo>
                    <a:pt x="215" y="309"/>
                    <a:pt x="210" y="309"/>
                    <a:pt x="206" y="309"/>
                  </a:cubicBezTo>
                  <a:close/>
                  <a:moveTo>
                    <a:pt x="41" y="64"/>
                  </a:moveTo>
                  <a:cubicBezTo>
                    <a:pt x="41" y="64"/>
                    <a:pt x="41" y="64"/>
                    <a:pt x="41" y="64"/>
                  </a:cubicBezTo>
                  <a:cubicBezTo>
                    <a:pt x="29" y="74"/>
                    <a:pt x="15" y="85"/>
                    <a:pt x="9" y="101"/>
                  </a:cubicBezTo>
                  <a:cubicBezTo>
                    <a:pt x="2" y="119"/>
                    <a:pt x="5" y="139"/>
                    <a:pt x="8" y="156"/>
                  </a:cubicBezTo>
                  <a:cubicBezTo>
                    <a:pt x="17" y="217"/>
                    <a:pt x="17" y="217"/>
                    <a:pt x="17" y="217"/>
                  </a:cubicBezTo>
                  <a:cubicBezTo>
                    <a:pt x="19" y="233"/>
                    <a:pt x="22" y="248"/>
                    <a:pt x="32" y="258"/>
                  </a:cubicBezTo>
                  <a:cubicBezTo>
                    <a:pt x="39" y="265"/>
                    <a:pt x="49" y="268"/>
                    <a:pt x="58" y="271"/>
                  </a:cubicBezTo>
                  <a:cubicBezTo>
                    <a:pt x="86" y="281"/>
                    <a:pt x="86" y="281"/>
                    <a:pt x="86" y="281"/>
                  </a:cubicBezTo>
                  <a:cubicBezTo>
                    <a:pt x="127" y="294"/>
                    <a:pt x="173" y="310"/>
                    <a:pt x="219" y="307"/>
                  </a:cubicBezTo>
                  <a:cubicBezTo>
                    <a:pt x="234" y="305"/>
                    <a:pt x="245" y="303"/>
                    <a:pt x="255" y="298"/>
                  </a:cubicBezTo>
                  <a:cubicBezTo>
                    <a:pt x="277" y="287"/>
                    <a:pt x="292" y="263"/>
                    <a:pt x="303" y="243"/>
                  </a:cubicBezTo>
                  <a:cubicBezTo>
                    <a:pt x="317" y="220"/>
                    <a:pt x="317" y="220"/>
                    <a:pt x="317" y="220"/>
                  </a:cubicBezTo>
                  <a:cubicBezTo>
                    <a:pt x="325" y="207"/>
                    <a:pt x="334" y="193"/>
                    <a:pt x="335" y="177"/>
                  </a:cubicBezTo>
                  <a:cubicBezTo>
                    <a:pt x="336" y="163"/>
                    <a:pt x="331" y="150"/>
                    <a:pt x="325" y="137"/>
                  </a:cubicBezTo>
                  <a:cubicBezTo>
                    <a:pt x="309" y="98"/>
                    <a:pt x="292" y="69"/>
                    <a:pt x="273" y="44"/>
                  </a:cubicBezTo>
                  <a:cubicBezTo>
                    <a:pt x="257" y="24"/>
                    <a:pt x="242" y="12"/>
                    <a:pt x="225" y="7"/>
                  </a:cubicBezTo>
                  <a:cubicBezTo>
                    <a:pt x="211" y="3"/>
                    <a:pt x="195" y="3"/>
                    <a:pt x="180" y="4"/>
                  </a:cubicBezTo>
                  <a:cubicBezTo>
                    <a:pt x="156" y="5"/>
                    <a:pt x="129" y="16"/>
                    <a:pt x="109" y="25"/>
                  </a:cubicBezTo>
                  <a:cubicBezTo>
                    <a:pt x="85" y="35"/>
                    <a:pt x="62" y="49"/>
                    <a:pt x="41" y="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3573473" y="2350240"/>
              <a:ext cx="768432" cy="744788"/>
            </a:xfrm>
            <a:custGeom>
              <a:avLst/>
              <a:gdLst/>
              <a:ahLst/>
              <a:cxnLst/>
              <a:rect l="l" t="t" r="r" b="b"/>
              <a:pathLst>
                <a:path w="256" h="248" extrusionOk="0">
                  <a:moveTo>
                    <a:pt x="146" y="246"/>
                  </a:moveTo>
                  <a:cubicBezTo>
                    <a:pt x="139" y="246"/>
                    <a:pt x="131" y="246"/>
                    <a:pt x="124" y="244"/>
                  </a:cubicBezTo>
                  <a:cubicBezTo>
                    <a:pt x="94" y="239"/>
                    <a:pt x="66" y="225"/>
                    <a:pt x="41" y="211"/>
                  </a:cubicBezTo>
                  <a:cubicBezTo>
                    <a:pt x="28" y="203"/>
                    <a:pt x="15" y="196"/>
                    <a:pt x="9" y="183"/>
                  </a:cubicBezTo>
                  <a:cubicBezTo>
                    <a:pt x="5" y="176"/>
                    <a:pt x="4" y="168"/>
                    <a:pt x="4" y="160"/>
                  </a:cubicBezTo>
                  <a:cubicBezTo>
                    <a:pt x="2" y="148"/>
                    <a:pt x="1" y="135"/>
                    <a:pt x="1" y="122"/>
                  </a:cubicBezTo>
                  <a:cubicBezTo>
                    <a:pt x="0" y="106"/>
                    <a:pt x="0" y="89"/>
                    <a:pt x="4" y="73"/>
                  </a:cubicBezTo>
                  <a:cubicBezTo>
                    <a:pt x="7" y="60"/>
                    <a:pt x="13" y="42"/>
                    <a:pt x="28" y="29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48" y="12"/>
                    <a:pt x="75" y="2"/>
                    <a:pt x="109" y="0"/>
                  </a:cubicBezTo>
                  <a:cubicBezTo>
                    <a:pt x="122" y="0"/>
                    <a:pt x="133" y="1"/>
                    <a:pt x="143" y="3"/>
                  </a:cubicBezTo>
                  <a:cubicBezTo>
                    <a:pt x="161" y="8"/>
                    <a:pt x="179" y="18"/>
                    <a:pt x="195" y="34"/>
                  </a:cubicBezTo>
                  <a:cubicBezTo>
                    <a:pt x="210" y="50"/>
                    <a:pt x="222" y="68"/>
                    <a:pt x="232" y="84"/>
                  </a:cubicBezTo>
                  <a:cubicBezTo>
                    <a:pt x="244" y="105"/>
                    <a:pt x="256" y="128"/>
                    <a:pt x="253" y="153"/>
                  </a:cubicBezTo>
                  <a:cubicBezTo>
                    <a:pt x="250" y="170"/>
                    <a:pt x="241" y="185"/>
                    <a:pt x="232" y="198"/>
                  </a:cubicBezTo>
                  <a:cubicBezTo>
                    <a:pt x="226" y="207"/>
                    <a:pt x="219" y="217"/>
                    <a:pt x="209" y="225"/>
                  </a:cubicBezTo>
                  <a:cubicBezTo>
                    <a:pt x="193" y="239"/>
                    <a:pt x="171" y="246"/>
                    <a:pt x="146" y="246"/>
                  </a:cubicBezTo>
                  <a:close/>
                  <a:moveTo>
                    <a:pt x="29" y="31"/>
                  </a:moveTo>
                  <a:cubicBezTo>
                    <a:pt x="15" y="43"/>
                    <a:pt x="8" y="61"/>
                    <a:pt x="6" y="73"/>
                  </a:cubicBezTo>
                  <a:cubicBezTo>
                    <a:pt x="2" y="90"/>
                    <a:pt x="2" y="106"/>
                    <a:pt x="3" y="122"/>
                  </a:cubicBezTo>
                  <a:cubicBezTo>
                    <a:pt x="3" y="135"/>
                    <a:pt x="4" y="147"/>
                    <a:pt x="5" y="160"/>
                  </a:cubicBezTo>
                  <a:cubicBezTo>
                    <a:pt x="6" y="168"/>
                    <a:pt x="7" y="175"/>
                    <a:pt x="11" y="182"/>
                  </a:cubicBezTo>
                  <a:cubicBezTo>
                    <a:pt x="17" y="194"/>
                    <a:pt x="29" y="202"/>
                    <a:pt x="42" y="209"/>
                  </a:cubicBezTo>
                  <a:cubicBezTo>
                    <a:pt x="67" y="223"/>
                    <a:pt x="94" y="237"/>
                    <a:pt x="124" y="242"/>
                  </a:cubicBezTo>
                  <a:cubicBezTo>
                    <a:pt x="156" y="248"/>
                    <a:pt x="188" y="241"/>
                    <a:pt x="208" y="223"/>
                  </a:cubicBezTo>
                  <a:cubicBezTo>
                    <a:pt x="217" y="216"/>
                    <a:pt x="224" y="206"/>
                    <a:pt x="230" y="197"/>
                  </a:cubicBezTo>
                  <a:cubicBezTo>
                    <a:pt x="239" y="184"/>
                    <a:pt x="248" y="169"/>
                    <a:pt x="251" y="152"/>
                  </a:cubicBezTo>
                  <a:cubicBezTo>
                    <a:pt x="254" y="129"/>
                    <a:pt x="242" y="106"/>
                    <a:pt x="230" y="85"/>
                  </a:cubicBezTo>
                  <a:cubicBezTo>
                    <a:pt x="220" y="69"/>
                    <a:pt x="209" y="51"/>
                    <a:pt x="194" y="36"/>
                  </a:cubicBezTo>
                  <a:cubicBezTo>
                    <a:pt x="178" y="20"/>
                    <a:pt x="161" y="9"/>
                    <a:pt x="143" y="5"/>
                  </a:cubicBezTo>
                  <a:cubicBezTo>
                    <a:pt x="133" y="2"/>
                    <a:pt x="122" y="2"/>
                    <a:pt x="109" y="2"/>
                  </a:cubicBezTo>
                  <a:cubicBezTo>
                    <a:pt x="76" y="4"/>
                    <a:pt x="49" y="13"/>
                    <a:pt x="29" y="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3631106" y="2391617"/>
              <a:ext cx="629523" cy="636912"/>
            </a:xfrm>
            <a:custGeom>
              <a:avLst/>
              <a:gdLst/>
              <a:ahLst/>
              <a:cxnLst/>
              <a:rect l="l" t="t" r="r" b="b"/>
              <a:pathLst>
                <a:path w="210" h="212" extrusionOk="0">
                  <a:moveTo>
                    <a:pt x="104" y="212"/>
                  </a:moveTo>
                  <a:cubicBezTo>
                    <a:pt x="87" y="212"/>
                    <a:pt x="69" y="206"/>
                    <a:pt x="53" y="193"/>
                  </a:cubicBezTo>
                  <a:cubicBezTo>
                    <a:pt x="36" y="181"/>
                    <a:pt x="23" y="166"/>
                    <a:pt x="10" y="150"/>
                  </a:cubicBezTo>
                  <a:cubicBezTo>
                    <a:pt x="7" y="146"/>
                    <a:pt x="3" y="142"/>
                    <a:pt x="2" y="137"/>
                  </a:cubicBezTo>
                  <a:cubicBezTo>
                    <a:pt x="0" y="132"/>
                    <a:pt x="0" y="128"/>
                    <a:pt x="1" y="123"/>
                  </a:cubicBezTo>
                  <a:cubicBezTo>
                    <a:pt x="2" y="96"/>
                    <a:pt x="6" y="69"/>
                    <a:pt x="13" y="43"/>
                  </a:cubicBezTo>
                  <a:cubicBezTo>
                    <a:pt x="24" y="4"/>
                    <a:pt x="56" y="0"/>
                    <a:pt x="86" y="2"/>
                  </a:cubicBezTo>
                  <a:cubicBezTo>
                    <a:pt x="102" y="3"/>
                    <a:pt x="119" y="5"/>
                    <a:pt x="133" y="13"/>
                  </a:cubicBezTo>
                  <a:cubicBezTo>
                    <a:pt x="142" y="18"/>
                    <a:pt x="149" y="26"/>
                    <a:pt x="156" y="34"/>
                  </a:cubicBezTo>
                  <a:cubicBezTo>
                    <a:pt x="166" y="46"/>
                    <a:pt x="176" y="58"/>
                    <a:pt x="186" y="70"/>
                  </a:cubicBezTo>
                  <a:cubicBezTo>
                    <a:pt x="194" y="81"/>
                    <a:pt x="205" y="94"/>
                    <a:pt x="207" y="109"/>
                  </a:cubicBezTo>
                  <a:cubicBezTo>
                    <a:pt x="210" y="132"/>
                    <a:pt x="194" y="152"/>
                    <a:pt x="180" y="168"/>
                  </a:cubicBezTo>
                  <a:cubicBezTo>
                    <a:pt x="163" y="187"/>
                    <a:pt x="139" y="210"/>
                    <a:pt x="109" y="212"/>
                  </a:cubicBezTo>
                  <a:cubicBezTo>
                    <a:pt x="108" y="212"/>
                    <a:pt x="106" y="212"/>
                    <a:pt x="104" y="212"/>
                  </a:cubicBezTo>
                  <a:close/>
                  <a:moveTo>
                    <a:pt x="75" y="4"/>
                  </a:moveTo>
                  <a:cubicBezTo>
                    <a:pt x="49" y="4"/>
                    <a:pt x="24" y="10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8" y="70"/>
                    <a:pt x="4" y="96"/>
                    <a:pt x="3" y="123"/>
                  </a:cubicBezTo>
                  <a:cubicBezTo>
                    <a:pt x="2" y="128"/>
                    <a:pt x="2" y="132"/>
                    <a:pt x="4" y="136"/>
                  </a:cubicBezTo>
                  <a:cubicBezTo>
                    <a:pt x="5" y="141"/>
                    <a:pt x="9" y="145"/>
                    <a:pt x="12" y="149"/>
                  </a:cubicBezTo>
                  <a:cubicBezTo>
                    <a:pt x="25" y="164"/>
                    <a:pt x="38" y="180"/>
                    <a:pt x="54" y="192"/>
                  </a:cubicBezTo>
                  <a:cubicBezTo>
                    <a:pt x="72" y="205"/>
                    <a:pt x="91" y="211"/>
                    <a:pt x="109" y="210"/>
                  </a:cubicBezTo>
                  <a:cubicBezTo>
                    <a:pt x="138" y="208"/>
                    <a:pt x="162" y="186"/>
                    <a:pt x="179" y="167"/>
                  </a:cubicBezTo>
                  <a:cubicBezTo>
                    <a:pt x="192" y="151"/>
                    <a:pt x="208" y="131"/>
                    <a:pt x="205" y="109"/>
                  </a:cubicBezTo>
                  <a:cubicBezTo>
                    <a:pt x="203" y="95"/>
                    <a:pt x="192" y="82"/>
                    <a:pt x="184" y="72"/>
                  </a:cubicBezTo>
                  <a:cubicBezTo>
                    <a:pt x="174" y="59"/>
                    <a:pt x="164" y="47"/>
                    <a:pt x="154" y="35"/>
                  </a:cubicBezTo>
                  <a:cubicBezTo>
                    <a:pt x="148" y="28"/>
                    <a:pt x="141" y="20"/>
                    <a:pt x="132" y="15"/>
                  </a:cubicBezTo>
                  <a:cubicBezTo>
                    <a:pt x="118" y="6"/>
                    <a:pt x="102" y="5"/>
                    <a:pt x="86" y="4"/>
                  </a:cubicBezTo>
                  <a:cubicBezTo>
                    <a:pt x="82" y="4"/>
                    <a:pt x="79" y="4"/>
                    <a:pt x="75" y="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3684305" y="2466982"/>
              <a:ext cx="477314" cy="512781"/>
            </a:xfrm>
            <a:custGeom>
              <a:avLst/>
              <a:gdLst/>
              <a:ahLst/>
              <a:cxnLst/>
              <a:rect l="l" t="t" r="r" b="b"/>
              <a:pathLst>
                <a:path w="159" h="171" extrusionOk="0">
                  <a:moveTo>
                    <a:pt x="64" y="171"/>
                  </a:moveTo>
                  <a:cubicBezTo>
                    <a:pt x="63" y="171"/>
                    <a:pt x="62" y="171"/>
                    <a:pt x="61" y="170"/>
                  </a:cubicBezTo>
                  <a:cubicBezTo>
                    <a:pt x="56" y="170"/>
                    <a:pt x="50" y="168"/>
                    <a:pt x="44" y="164"/>
                  </a:cubicBezTo>
                  <a:cubicBezTo>
                    <a:pt x="34" y="157"/>
                    <a:pt x="26" y="147"/>
                    <a:pt x="19" y="138"/>
                  </a:cubicBezTo>
                  <a:cubicBezTo>
                    <a:pt x="9" y="126"/>
                    <a:pt x="0" y="115"/>
                    <a:pt x="0" y="101"/>
                  </a:cubicBezTo>
                  <a:cubicBezTo>
                    <a:pt x="0" y="91"/>
                    <a:pt x="5" y="82"/>
                    <a:pt x="9" y="74"/>
                  </a:cubicBezTo>
                  <a:cubicBezTo>
                    <a:pt x="18" y="57"/>
                    <a:pt x="26" y="39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52" y="13"/>
                    <a:pt x="72" y="0"/>
                    <a:pt x="90" y="4"/>
                  </a:cubicBezTo>
                  <a:cubicBezTo>
                    <a:pt x="104" y="7"/>
                    <a:pt x="117" y="18"/>
                    <a:pt x="128" y="36"/>
                  </a:cubicBezTo>
                  <a:cubicBezTo>
                    <a:pt x="135" y="49"/>
                    <a:pt x="142" y="63"/>
                    <a:pt x="148" y="77"/>
                  </a:cubicBezTo>
                  <a:cubicBezTo>
                    <a:pt x="153" y="90"/>
                    <a:pt x="159" y="107"/>
                    <a:pt x="152" y="123"/>
                  </a:cubicBezTo>
                  <a:cubicBezTo>
                    <a:pt x="147" y="135"/>
                    <a:pt x="135" y="143"/>
                    <a:pt x="126" y="148"/>
                  </a:cubicBezTo>
                  <a:cubicBezTo>
                    <a:pt x="111" y="157"/>
                    <a:pt x="96" y="163"/>
                    <a:pt x="80" y="168"/>
                  </a:cubicBezTo>
                  <a:cubicBezTo>
                    <a:pt x="75" y="169"/>
                    <a:pt x="70" y="171"/>
                    <a:pt x="64" y="171"/>
                  </a:cubicBezTo>
                  <a:close/>
                  <a:moveTo>
                    <a:pt x="84" y="5"/>
                  </a:moveTo>
                  <a:cubicBezTo>
                    <a:pt x="69" y="5"/>
                    <a:pt x="52" y="15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28" y="40"/>
                    <a:pt x="19" y="58"/>
                    <a:pt x="11" y="75"/>
                  </a:cubicBezTo>
                  <a:cubicBezTo>
                    <a:pt x="7" y="82"/>
                    <a:pt x="2" y="91"/>
                    <a:pt x="2" y="101"/>
                  </a:cubicBezTo>
                  <a:cubicBezTo>
                    <a:pt x="2" y="114"/>
                    <a:pt x="11" y="125"/>
                    <a:pt x="20" y="137"/>
                  </a:cubicBezTo>
                  <a:cubicBezTo>
                    <a:pt x="27" y="146"/>
                    <a:pt x="35" y="155"/>
                    <a:pt x="45" y="162"/>
                  </a:cubicBezTo>
                  <a:cubicBezTo>
                    <a:pt x="51" y="166"/>
                    <a:pt x="56" y="168"/>
                    <a:pt x="61" y="168"/>
                  </a:cubicBezTo>
                  <a:cubicBezTo>
                    <a:pt x="67" y="169"/>
                    <a:pt x="74" y="168"/>
                    <a:pt x="79" y="166"/>
                  </a:cubicBezTo>
                  <a:cubicBezTo>
                    <a:pt x="95" y="161"/>
                    <a:pt x="110" y="155"/>
                    <a:pt x="125" y="147"/>
                  </a:cubicBezTo>
                  <a:cubicBezTo>
                    <a:pt x="134" y="141"/>
                    <a:pt x="146" y="133"/>
                    <a:pt x="150" y="122"/>
                  </a:cubicBezTo>
                  <a:cubicBezTo>
                    <a:pt x="157" y="107"/>
                    <a:pt x="151" y="90"/>
                    <a:pt x="146" y="77"/>
                  </a:cubicBezTo>
                  <a:cubicBezTo>
                    <a:pt x="140" y="64"/>
                    <a:pt x="134" y="50"/>
                    <a:pt x="126" y="38"/>
                  </a:cubicBezTo>
                  <a:cubicBezTo>
                    <a:pt x="115" y="19"/>
                    <a:pt x="103" y="9"/>
                    <a:pt x="90" y="6"/>
                  </a:cubicBezTo>
                  <a:cubicBezTo>
                    <a:pt x="88" y="5"/>
                    <a:pt x="86" y="5"/>
                    <a:pt x="84" y="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3759670" y="2580769"/>
              <a:ext cx="326584" cy="345794"/>
            </a:xfrm>
            <a:custGeom>
              <a:avLst/>
              <a:gdLst/>
              <a:ahLst/>
              <a:cxnLst/>
              <a:rect l="l" t="t" r="r" b="b"/>
              <a:pathLst>
                <a:path w="109" h="115" extrusionOk="0">
                  <a:moveTo>
                    <a:pt x="43" y="115"/>
                  </a:moveTo>
                  <a:cubicBezTo>
                    <a:pt x="38" y="115"/>
                    <a:pt x="33" y="114"/>
                    <a:pt x="29" y="112"/>
                  </a:cubicBezTo>
                  <a:cubicBezTo>
                    <a:pt x="24" y="109"/>
                    <a:pt x="20" y="104"/>
                    <a:pt x="17" y="99"/>
                  </a:cubicBezTo>
                  <a:cubicBezTo>
                    <a:pt x="11" y="90"/>
                    <a:pt x="3" y="79"/>
                    <a:pt x="2" y="67"/>
                  </a:cubicBezTo>
                  <a:cubicBezTo>
                    <a:pt x="0" y="52"/>
                    <a:pt x="8" y="39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21" y="23"/>
                    <a:pt x="41" y="0"/>
                    <a:pt x="62" y="1"/>
                  </a:cubicBezTo>
                  <a:cubicBezTo>
                    <a:pt x="72" y="1"/>
                    <a:pt x="80" y="7"/>
                    <a:pt x="87" y="18"/>
                  </a:cubicBezTo>
                  <a:cubicBezTo>
                    <a:pt x="95" y="32"/>
                    <a:pt x="101" y="46"/>
                    <a:pt x="105" y="61"/>
                  </a:cubicBezTo>
                  <a:cubicBezTo>
                    <a:pt x="107" y="69"/>
                    <a:pt x="109" y="78"/>
                    <a:pt x="105" y="87"/>
                  </a:cubicBezTo>
                  <a:cubicBezTo>
                    <a:pt x="101" y="96"/>
                    <a:pt x="92" y="103"/>
                    <a:pt x="78" y="108"/>
                  </a:cubicBezTo>
                  <a:cubicBezTo>
                    <a:pt x="69" y="111"/>
                    <a:pt x="61" y="113"/>
                    <a:pt x="53" y="114"/>
                  </a:cubicBezTo>
                  <a:cubicBezTo>
                    <a:pt x="50" y="115"/>
                    <a:pt x="46" y="115"/>
                    <a:pt x="43" y="115"/>
                  </a:cubicBezTo>
                  <a:close/>
                  <a:moveTo>
                    <a:pt x="16" y="32"/>
                  </a:moveTo>
                  <a:cubicBezTo>
                    <a:pt x="10" y="40"/>
                    <a:pt x="3" y="53"/>
                    <a:pt x="4" y="66"/>
                  </a:cubicBezTo>
                  <a:cubicBezTo>
                    <a:pt x="5" y="78"/>
                    <a:pt x="12" y="89"/>
                    <a:pt x="18" y="98"/>
                  </a:cubicBezTo>
                  <a:cubicBezTo>
                    <a:pt x="22" y="102"/>
                    <a:pt x="25" y="107"/>
                    <a:pt x="30" y="110"/>
                  </a:cubicBezTo>
                  <a:cubicBezTo>
                    <a:pt x="37" y="114"/>
                    <a:pt x="45" y="113"/>
                    <a:pt x="52" y="112"/>
                  </a:cubicBezTo>
                  <a:cubicBezTo>
                    <a:pt x="61" y="111"/>
                    <a:pt x="69" y="109"/>
                    <a:pt x="77" y="106"/>
                  </a:cubicBezTo>
                  <a:cubicBezTo>
                    <a:pt x="91" y="101"/>
                    <a:pt x="100" y="95"/>
                    <a:pt x="103" y="86"/>
                  </a:cubicBezTo>
                  <a:cubicBezTo>
                    <a:pt x="106" y="78"/>
                    <a:pt x="105" y="69"/>
                    <a:pt x="103" y="61"/>
                  </a:cubicBezTo>
                  <a:cubicBezTo>
                    <a:pt x="99" y="47"/>
                    <a:pt x="93" y="32"/>
                    <a:pt x="85" y="19"/>
                  </a:cubicBezTo>
                  <a:cubicBezTo>
                    <a:pt x="79" y="9"/>
                    <a:pt x="71" y="3"/>
                    <a:pt x="62" y="3"/>
                  </a:cubicBezTo>
                  <a:cubicBezTo>
                    <a:pt x="62" y="3"/>
                    <a:pt x="61" y="3"/>
                    <a:pt x="60" y="3"/>
                  </a:cubicBezTo>
                  <a:cubicBezTo>
                    <a:pt x="41" y="3"/>
                    <a:pt x="22" y="25"/>
                    <a:pt x="16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3840947" y="2653179"/>
              <a:ext cx="212797" cy="212797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37" y="71"/>
                  </a:moveTo>
                  <a:cubicBezTo>
                    <a:pt x="32" y="71"/>
                    <a:pt x="27" y="71"/>
                    <a:pt x="22" y="70"/>
                  </a:cubicBezTo>
                  <a:cubicBezTo>
                    <a:pt x="18" y="69"/>
                    <a:pt x="14" y="68"/>
                    <a:pt x="11" y="65"/>
                  </a:cubicBezTo>
                  <a:cubicBezTo>
                    <a:pt x="9" y="63"/>
                    <a:pt x="7" y="60"/>
                    <a:pt x="6" y="57"/>
                  </a:cubicBezTo>
                  <a:cubicBezTo>
                    <a:pt x="3" y="49"/>
                    <a:pt x="0" y="36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7" y="12"/>
                    <a:pt x="15" y="5"/>
                    <a:pt x="25" y="3"/>
                  </a:cubicBezTo>
                  <a:cubicBezTo>
                    <a:pt x="37" y="0"/>
                    <a:pt x="50" y="5"/>
                    <a:pt x="59" y="16"/>
                  </a:cubicBezTo>
                  <a:cubicBezTo>
                    <a:pt x="67" y="25"/>
                    <a:pt x="71" y="39"/>
                    <a:pt x="68" y="51"/>
                  </a:cubicBezTo>
                  <a:cubicBezTo>
                    <a:pt x="67" y="56"/>
                    <a:pt x="64" y="60"/>
                    <a:pt x="62" y="63"/>
                  </a:cubicBezTo>
                  <a:cubicBezTo>
                    <a:pt x="57" y="68"/>
                    <a:pt x="49" y="71"/>
                    <a:pt x="39" y="71"/>
                  </a:cubicBezTo>
                  <a:cubicBezTo>
                    <a:pt x="38" y="71"/>
                    <a:pt x="37" y="71"/>
                    <a:pt x="37" y="71"/>
                  </a:cubicBezTo>
                  <a:close/>
                  <a:moveTo>
                    <a:pt x="31" y="4"/>
                  </a:moveTo>
                  <a:cubicBezTo>
                    <a:pt x="29" y="4"/>
                    <a:pt x="27" y="4"/>
                    <a:pt x="26" y="5"/>
                  </a:cubicBezTo>
                  <a:cubicBezTo>
                    <a:pt x="16" y="7"/>
                    <a:pt x="9" y="13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2" y="36"/>
                    <a:pt x="5" y="48"/>
                    <a:pt x="8" y="57"/>
                  </a:cubicBezTo>
                  <a:cubicBezTo>
                    <a:pt x="9" y="59"/>
                    <a:pt x="10" y="62"/>
                    <a:pt x="12" y="64"/>
                  </a:cubicBezTo>
                  <a:cubicBezTo>
                    <a:pt x="15" y="66"/>
                    <a:pt x="19" y="67"/>
                    <a:pt x="22" y="68"/>
                  </a:cubicBezTo>
                  <a:cubicBezTo>
                    <a:pt x="28" y="69"/>
                    <a:pt x="33" y="69"/>
                    <a:pt x="39" y="69"/>
                  </a:cubicBezTo>
                  <a:cubicBezTo>
                    <a:pt x="49" y="69"/>
                    <a:pt x="56" y="66"/>
                    <a:pt x="60" y="62"/>
                  </a:cubicBezTo>
                  <a:cubicBezTo>
                    <a:pt x="63" y="59"/>
                    <a:pt x="65" y="55"/>
                    <a:pt x="66" y="51"/>
                  </a:cubicBezTo>
                  <a:cubicBezTo>
                    <a:pt x="69" y="39"/>
                    <a:pt x="66" y="26"/>
                    <a:pt x="58" y="17"/>
                  </a:cubicBezTo>
                  <a:cubicBezTo>
                    <a:pt x="51" y="9"/>
                    <a:pt x="41" y="4"/>
                    <a:pt x="31" y="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29" name="Google Shape;329;p19"/>
          <p:cNvGrpSpPr/>
          <p:nvPr/>
        </p:nvGrpSpPr>
        <p:grpSpPr>
          <a:xfrm>
            <a:off x="0" y="0"/>
            <a:ext cx="9143925" cy="5137350"/>
            <a:chOff x="0" y="0"/>
            <a:chExt cx="9143925" cy="5137350"/>
          </a:xfrm>
        </p:grpSpPr>
        <p:sp>
          <p:nvSpPr>
            <p:cNvPr id="330" name="Google Shape;330;p19"/>
            <p:cNvSpPr/>
            <p:nvPr/>
          </p:nvSpPr>
          <p:spPr>
            <a:xfrm>
              <a:off x="8817825" y="2571750"/>
              <a:ext cx="326100" cy="2565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0" y="0"/>
              <a:ext cx="326100" cy="256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20"/>
          <p:cNvGrpSpPr/>
          <p:nvPr/>
        </p:nvGrpSpPr>
        <p:grpSpPr>
          <a:xfrm flipH="1">
            <a:off x="45" y="-803"/>
            <a:ext cx="9143925" cy="5137350"/>
            <a:chOff x="0" y="0"/>
            <a:chExt cx="9143925" cy="5137350"/>
          </a:xfrm>
        </p:grpSpPr>
        <p:sp>
          <p:nvSpPr>
            <p:cNvPr id="334" name="Google Shape;334;p20"/>
            <p:cNvSpPr/>
            <p:nvPr/>
          </p:nvSpPr>
          <p:spPr>
            <a:xfrm>
              <a:off x="8817825" y="2571750"/>
              <a:ext cx="326100" cy="2565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0" y="0"/>
              <a:ext cx="326100" cy="256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</p:grpSp>
      <p:grpSp>
        <p:nvGrpSpPr>
          <p:cNvPr id="336" name="Google Shape;336;p20"/>
          <p:cNvGrpSpPr/>
          <p:nvPr/>
        </p:nvGrpSpPr>
        <p:grpSpPr>
          <a:xfrm rot="10800000">
            <a:off x="-518964" y="-39571"/>
            <a:ext cx="9960961" cy="5215696"/>
            <a:chOff x="-288839" y="-39571"/>
            <a:chExt cx="9960961" cy="5215696"/>
          </a:xfrm>
        </p:grpSpPr>
        <p:grpSp>
          <p:nvGrpSpPr>
            <p:cNvPr id="337" name="Google Shape;337;p20"/>
            <p:cNvGrpSpPr/>
            <p:nvPr/>
          </p:nvGrpSpPr>
          <p:grpSpPr>
            <a:xfrm rot="10800000" flipH="1">
              <a:off x="8422586" y="4028593"/>
              <a:ext cx="1249536" cy="1147532"/>
              <a:chOff x="3447864" y="2257141"/>
              <a:chExt cx="1013740" cy="930985"/>
            </a:xfrm>
          </p:grpSpPr>
          <p:sp>
            <p:nvSpPr>
              <p:cNvPr id="338" name="Google Shape;338;p20"/>
              <p:cNvSpPr/>
              <p:nvPr/>
            </p:nvSpPr>
            <p:spPr>
              <a:xfrm>
                <a:off x="3447864" y="2257141"/>
                <a:ext cx="1013740" cy="93098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10" extrusionOk="0">
                    <a:moveTo>
                      <a:pt x="206" y="309"/>
                    </a:moveTo>
                    <a:cubicBezTo>
                      <a:pt x="164" y="309"/>
                      <a:pt x="122" y="295"/>
                      <a:pt x="85" y="282"/>
                    </a:cubicBezTo>
                    <a:cubicBezTo>
                      <a:pt x="57" y="273"/>
                      <a:pt x="57" y="273"/>
                      <a:pt x="57" y="273"/>
                    </a:cubicBezTo>
                    <a:cubicBezTo>
                      <a:pt x="48" y="270"/>
                      <a:pt x="38" y="267"/>
                      <a:pt x="31" y="260"/>
                    </a:cubicBezTo>
                    <a:cubicBezTo>
                      <a:pt x="20" y="249"/>
                      <a:pt x="17" y="234"/>
                      <a:pt x="15" y="218"/>
                    </a:cubicBezTo>
                    <a:cubicBezTo>
                      <a:pt x="6" y="157"/>
                      <a:pt x="6" y="157"/>
                      <a:pt x="6" y="157"/>
                    </a:cubicBezTo>
                    <a:cubicBezTo>
                      <a:pt x="3" y="140"/>
                      <a:pt x="0" y="119"/>
                      <a:pt x="7" y="101"/>
                    </a:cubicBezTo>
                    <a:cubicBezTo>
                      <a:pt x="14" y="84"/>
                      <a:pt x="28" y="72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61" y="47"/>
                      <a:pt x="84" y="34"/>
                      <a:pt x="108" y="23"/>
                    </a:cubicBezTo>
                    <a:cubicBezTo>
                      <a:pt x="128" y="15"/>
                      <a:pt x="156" y="3"/>
                      <a:pt x="180" y="2"/>
                    </a:cubicBezTo>
                    <a:cubicBezTo>
                      <a:pt x="194" y="1"/>
                      <a:pt x="211" y="0"/>
                      <a:pt x="226" y="5"/>
                    </a:cubicBezTo>
                    <a:cubicBezTo>
                      <a:pt x="243" y="11"/>
                      <a:pt x="258" y="23"/>
                      <a:pt x="274" y="43"/>
                    </a:cubicBezTo>
                    <a:cubicBezTo>
                      <a:pt x="294" y="67"/>
                      <a:pt x="311" y="97"/>
                      <a:pt x="327" y="136"/>
                    </a:cubicBezTo>
                    <a:cubicBezTo>
                      <a:pt x="333" y="149"/>
                      <a:pt x="338" y="163"/>
                      <a:pt x="337" y="177"/>
                    </a:cubicBezTo>
                    <a:cubicBezTo>
                      <a:pt x="336" y="194"/>
                      <a:pt x="327" y="208"/>
                      <a:pt x="319" y="221"/>
                    </a:cubicBezTo>
                    <a:cubicBezTo>
                      <a:pt x="305" y="244"/>
                      <a:pt x="305" y="244"/>
                      <a:pt x="305" y="244"/>
                    </a:cubicBezTo>
                    <a:cubicBezTo>
                      <a:pt x="293" y="264"/>
                      <a:pt x="279" y="288"/>
                      <a:pt x="256" y="300"/>
                    </a:cubicBezTo>
                    <a:cubicBezTo>
                      <a:pt x="246" y="305"/>
                      <a:pt x="234" y="307"/>
                      <a:pt x="219" y="309"/>
                    </a:cubicBezTo>
                    <a:cubicBezTo>
                      <a:pt x="215" y="309"/>
                      <a:pt x="210" y="309"/>
                      <a:pt x="206" y="309"/>
                    </a:cubicBezTo>
                    <a:close/>
                    <a:moveTo>
                      <a:pt x="41" y="64"/>
                    </a:moveTo>
                    <a:cubicBezTo>
                      <a:pt x="41" y="64"/>
                      <a:pt x="41" y="64"/>
                      <a:pt x="41" y="64"/>
                    </a:cubicBezTo>
                    <a:cubicBezTo>
                      <a:pt x="29" y="74"/>
                      <a:pt x="15" y="85"/>
                      <a:pt x="9" y="101"/>
                    </a:cubicBezTo>
                    <a:cubicBezTo>
                      <a:pt x="2" y="119"/>
                      <a:pt x="5" y="139"/>
                      <a:pt x="8" y="156"/>
                    </a:cubicBezTo>
                    <a:cubicBezTo>
                      <a:pt x="17" y="217"/>
                      <a:pt x="17" y="217"/>
                      <a:pt x="17" y="217"/>
                    </a:cubicBezTo>
                    <a:cubicBezTo>
                      <a:pt x="19" y="233"/>
                      <a:pt x="22" y="248"/>
                      <a:pt x="32" y="258"/>
                    </a:cubicBezTo>
                    <a:cubicBezTo>
                      <a:pt x="39" y="265"/>
                      <a:pt x="49" y="268"/>
                      <a:pt x="58" y="271"/>
                    </a:cubicBezTo>
                    <a:cubicBezTo>
                      <a:pt x="86" y="281"/>
                      <a:pt x="86" y="281"/>
                      <a:pt x="86" y="281"/>
                    </a:cubicBezTo>
                    <a:cubicBezTo>
                      <a:pt x="127" y="294"/>
                      <a:pt x="173" y="310"/>
                      <a:pt x="219" y="307"/>
                    </a:cubicBezTo>
                    <a:cubicBezTo>
                      <a:pt x="234" y="305"/>
                      <a:pt x="245" y="303"/>
                      <a:pt x="255" y="298"/>
                    </a:cubicBezTo>
                    <a:cubicBezTo>
                      <a:pt x="277" y="287"/>
                      <a:pt x="292" y="263"/>
                      <a:pt x="303" y="243"/>
                    </a:cubicBezTo>
                    <a:cubicBezTo>
                      <a:pt x="317" y="220"/>
                      <a:pt x="317" y="220"/>
                      <a:pt x="317" y="220"/>
                    </a:cubicBezTo>
                    <a:cubicBezTo>
                      <a:pt x="325" y="207"/>
                      <a:pt x="334" y="193"/>
                      <a:pt x="335" y="177"/>
                    </a:cubicBezTo>
                    <a:cubicBezTo>
                      <a:pt x="336" y="163"/>
                      <a:pt x="331" y="150"/>
                      <a:pt x="325" y="137"/>
                    </a:cubicBezTo>
                    <a:cubicBezTo>
                      <a:pt x="309" y="98"/>
                      <a:pt x="292" y="69"/>
                      <a:pt x="273" y="44"/>
                    </a:cubicBezTo>
                    <a:cubicBezTo>
                      <a:pt x="257" y="24"/>
                      <a:pt x="242" y="12"/>
                      <a:pt x="225" y="7"/>
                    </a:cubicBezTo>
                    <a:cubicBezTo>
                      <a:pt x="211" y="3"/>
                      <a:pt x="195" y="3"/>
                      <a:pt x="180" y="4"/>
                    </a:cubicBezTo>
                    <a:cubicBezTo>
                      <a:pt x="156" y="5"/>
                      <a:pt x="129" y="16"/>
                      <a:pt x="109" y="25"/>
                    </a:cubicBezTo>
                    <a:cubicBezTo>
                      <a:pt x="85" y="35"/>
                      <a:pt x="62" y="49"/>
                      <a:pt x="41" y="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39" name="Google Shape;339;p20"/>
              <p:cNvSpPr/>
              <p:nvPr/>
            </p:nvSpPr>
            <p:spPr>
              <a:xfrm>
                <a:off x="3573473" y="2350240"/>
                <a:ext cx="768432" cy="744788"/>
              </a:xfrm>
              <a:custGeom>
                <a:avLst/>
                <a:gdLst/>
                <a:ahLst/>
                <a:cxnLst/>
                <a:rect l="l" t="t" r="r" b="b"/>
                <a:pathLst>
                  <a:path w="256" h="248" extrusionOk="0">
                    <a:moveTo>
                      <a:pt x="146" y="246"/>
                    </a:moveTo>
                    <a:cubicBezTo>
                      <a:pt x="139" y="246"/>
                      <a:pt x="131" y="246"/>
                      <a:pt x="124" y="244"/>
                    </a:cubicBezTo>
                    <a:cubicBezTo>
                      <a:pt x="94" y="239"/>
                      <a:pt x="66" y="225"/>
                      <a:pt x="41" y="211"/>
                    </a:cubicBezTo>
                    <a:cubicBezTo>
                      <a:pt x="28" y="203"/>
                      <a:pt x="15" y="196"/>
                      <a:pt x="9" y="183"/>
                    </a:cubicBezTo>
                    <a:cubicBezTo>
                      <a:pt x="5" y="176"/>
                      <a:pt x="4" y="168"/>
                      <a:pt x="4" y="160"/>
                    </a:cubicBezTo>
                    <a:cubicBezTo>
                      <a:pt x="2" y="148"/>
                      <a:pt x="1" y="135"/>
                      <a:pt x="1" y="122"/>
                    </a:cubicBezTo>
                    <a:cubicBezTo>
                      <a:pt x="0" y="106"/>
                      <a:pt x="0" y="89"/>
                      <a:pt x="4" y="73"/>
                    </a:cubicBezTo>
                    <a:cubicBezTo>
                      <a:pt x="7" y="60"/>
                      <a:pt x="13" y="42"/>
                      <a:pt x="28" y="29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48" y="12"/>
                      <a:pt x="75" y="2"/>
                      <a:pt x="109" y="0"/>
                    </a:cubicBezTo>
                    <a:cubicBezTo>
                      <a:pt x="122" y="0"/>
                      <a:pt x="133" y="1"/>
                      <a:pt x="143" y="3"/>
                    </a:cubicBezTo>
                    <a:cubicBezTo>
                      <a:pt x="161" y="8"/>
                      <a:pt x="179" y="18"/>
                      <a:pt x="195" y="34"/>
                    </a:cubicBezTo>
                    <a:cubicBezTo>
                      <a:pt x="210" y="50"/>
                      <a:pt x="222" y="68"/>
                      <a:pt x="232" y="84"/>
                    </a:cubicBezTo>
                    <a:cubicBezTo>
                      <a:pt x="244" y="105"/>
                      <a:pt x="256" y="128"/>
                      <a:pt x="253" y="153"/>
                    </a:cubicBezTo>
                    <a:cubicBezTo>
                      <a:pt x="250" y="170"/>
                      <a:pt x="241" y="185"/>
                      <a:pt x="232" y="198"/>
                    </a:cubicBezTo>
                    <a:cubicBezTo>
                      <a:pt x="226" y="207"/>
                      <a:pt x="219" y="217"/>
                      <a:pt x="209" y="225"/>
                    </a:cubicBezTo>
                    <a:cubicBezTo>
                      <a:pt x="193" y="239"/>
                      <a:pt x="171" y="246"/>
                      <a:pt x="146" y="246"/>
                    </a:cubicBezTo>
                    <a:close/>
                    <a:moveTo>
                      <a:pt x="29" y="31"/>
                    </a:moveTo>
                    <a:cubicBezTo>
                      <a:pt x="15" y="43"/>
                      <a:pt x="8" y="61"/>
                      <a:pt x="6" y="73"/>
                    </a:cubicBezTo>
                    <a:cubicBezTo>
                      <a:pt x="2" y="90"/>
                      <a:pt x="2" y="106"/>
                      <a:pt x="3" y="122"/>
                    </a:cubicBezTo>
                    <a:cubicBezTo>
                      <a:pt x="3" y="135"/>
                      <a:pt x="4" y="147"/>
                      <a:pt x="5" y="160"/>
                    </a:cubicBezTo>
                    <a:cubicBezTo>
                      <a:pt x="6" y="168"/>
                      <a:pt x="7" y="175"/>
                      <a:pt x="11" y="182"/>
                    </a:cubicBezTo>
                    <a:cubicBezTo>
                      <a:pt x="17" y="194"/>
                      <a:pt x="29" y="202"/>
                      <a:pt x="42" y="209"/>
                    </a:cubicBezTo>
                    <a:cubicBezTo>
                      <a:pt x="67" y="223"/>
                      <a:pt x="94" y="237"/>
                      <a:pt x="124" y="242"/>
                    </a:cubicBezTo>
                    <a:cubicBezTo>
                      <a:pt x="156" y="248"/>
                      <a:pt x="188" y="241"/>
                      <a:pt x="208" y="223"/>
                    </a:cubicBezTo>
                    <a:cubicBezTo>
                      <a:pt x="217" y="216"/>
                      <a:pt x="224" y="206"/>
                      <a:pt x="230" y="197"/>
                    </a:cubicBezTo>
                    <a:cubicBezTo>
                      <a:pt x="239" y="184"/>
                      <a:pt x="248" y="169"/>
                      <a:pt x="251" y="152"/>
                    </a:cubicBezTo>
                    <a:cubicBezTo>
                      <a:pt x="254" y="129"/>
                      <a:pt x="242" y="106"/>
                      <a:pt x="230" y="85"/>
                    </a:cubicBezTo>
                    <a:cubicBezTo>
                      <a:pt x="220" y="69"/>
                      <a:pt x="209" y="51"/>
                      <a:pt x="194" y="36"/>
                    </a:cubicBezTo>
                    <a:cubicBezTo>
                      <a:pt x="178" y="20"/>
                      <a:pt x="161" y="9"/>
                      <a:pt x="143" y="5"/>
                    </a:cubicBezTo>
                    <a:cubicBezTo>
                      <a:pt x="133" y="2"/>
                      <a:pt x="122" y="2"/>
                      <a:pt x="109" y="2"/>
                    </a:cubicBezTo>
                    <a:cubicBezTo>
                      <a:pt x="76" y="4"/>
                      <a:pt x="49" y="13"/>
                      <a:pt x="29" y="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0" name="Google Shape;340;p20"/>
              <p:cNvSpPr/>
              <p:nvPr/>
            </p:nvSpPr>
            <p:spPr>
              <a:xfrm>
                <a:off x="3631106" y="2391617"/>
                <a:ext cx="629523" cy="636912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2" extrusionOk="0">
                    <a:moveTo>
                      <a:pt x="104" y="212"/>
                    </a:moveTo>
                    <a:cubicBezTo>
                      <a:pt x="87" y="212"/>
                      <a:pt x="69" y="206"/>
                      <a:pt x="53" y="193"/>
                    </a:cubicBezTo>
                    <a:cubicBezTo>
                      <a:pt x="36" y="181"/>
                      <a:pt x="23" y="166"/>
                      <a:pt x="10" y="150"/>
                    </a:cubicBezTo>
                    <a:cubicBezTo>
                      <a:pt x="7" y="146"/>
                      <a:pt x="3" y="142"/>
                      <a:pt x="2" y="137"/>
                    </a:cubicBezTo>
                    <a:cubicBezTo>
                      <a:pt x="0" y="132"/>
                      <a:pt x="0" y="128"/>
                      <a:pt x="1" y="123"/>
                    </a:cubicBezTo>
                    <a:cubicBezTo>
                      <a:pt x="2" y="96"/>
                      <a:pt x="6" y="69"/>
                      <a:pt x="13" y="43"/>
                    </a:cubicBezTo>
                    <a:cubicBezTo>
                      <a:pt x="24" y="4"/>
                      <a:pt x="56" y="0"/>
                      <a:pt x="86" y="2"/>
                    </a:cubicBezTo>
                    <a:cubicBezTo>
                      <a:pt x="102" y="3"/>
                      <a:pt x="119" y="5"/>
                      <a:pt x="133" y="13"/>
                    </a:cubicBezTo>
                    <a:cubicBezTo>
                      <a:pt x="142" y="18"/>
                      <a:pt x="149" y="26"/>
                      <a:pt x="156" y="34"/>
                    </a:cubicBezTo>
                    <a:cubicBezTo>
                      <a:pt x="166" y="46"/>
                      <a:pt x="176" y="58"/>
                      <a:pt x="186" y="70"/>
                    </a:cubicBezTo>
                    <a:cubicBezTo>
                      <a:pt x="194" y="81"/>
                      <a:pt x="205" y="94"/>
                      <a:pt x="207" y="109"/>
                    </a:cubicBezTo>
                    <a:cubicBezTo>
                      <a:pt x="210" y="132"/>
                      <a:pt x="194" y="152"/>
                      <a:pt x="180" y="168"/>
                    </a:cubicBezTo>
                    <a:cubicBezTo>
                      <a:pt x="163" y="187"/>
                      <a:pt x="139" y="210"/>
                      <a:pt x="109" y="212"/>
                    </a:cubicBezTo>
                    <a:cubicBezTo>
                      <a:pt x="108" y="212"/>
                      <a:pt x="106" y="212"/>
                      <a:pt x="104" y="212"/>
                    </a:cubicBezTo>
                    <a:close/>
                    <a:moveTo>
                      <a:pt x="75" y="4"/>
                    </a:moveTo>
                    <a:cubicBezTo>
                      <a:pt x="49" y="4"/>
                      <a:pt x="24" y="10"/>
                      <a:pt x="15" y="44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8" y="70"/>
                      <a:pt x="4" y="96"/>
                      <a:pt x="3" y="123"/>
                    </a:cubicBezTo>
                    <a:cubicBezTo>
                      <a:pt x="2" y="128"/>
                      <a:pt x="2" y="132"/>
                      <a:pt x="4" y="136"/>
                    </a:cubicBezTo>
                    <a:cubicBezTo>
                      <a:pt x="5" y="141"/>
                      <a:pt x="9" y="145"/>
                      <a:pt x="12" y="149"/>
                    </a:cubicBezTo>
                    <a:cubicBezTo>
                      <a:pt x="25" y="164"/>
                      <a:pt x="38" y="180"/>
                      <a:pt x="54" y="192"/>
                    </a:cubicBezTo>
                    <a:cubicBezTo>
                      <a:pt x="72" y="205"/>
                      <a:pt x="91" y="211"/>
                      <a:pt x="109" y="210"/>
                    </a:cubicBezTo>
                    <a:cubicBezTo>
                      <a:pt x="138" y="208"/>
                      <a:pt x="162" y="186"/>
                      <a:pt x="179" y="167"/>
                    </a:cubicBezTo>
                    <a:cubicBezTo>
                      <a:pt x="192" y="151"/>
                      <a:pt x="208" y="131"/>
                      <a:pt x="205" y="109"/>
                    </a:cubicBezTo>
                    <a:cubicBezTo>
                      <a:pt x="203" y="95"/>
                      <a:pt x="192" y="82"/>
                      <a:pt x="184" y="72"/>
                    </a:cubicBezTo>
                    <a:cubicBezTo>
                      <a:pt x="174" y="59"/>
                      <a:pt x="164" y="47"/>
                      <a:pt x="154" y="35"/>
                    </a:cubicBezTo>
                    <a:cubicBezTo>
                      <a:pt x="148" y="28"/>
                      <a:pt x="141" y="20"/>
                      <a:pt x="132" y="15"/>
                    </a:cubicBezTo>
                    <a:cubicBezTo>
                      <a:pt x="118" y="6"/>
                      <a:pt x="102" y="5"/>
                      <a:pt x="86" y="4"/>
                    </a:cubicBezTo>
                    <a:cubicBezTo>
                      <a:pt x="82" y="4"/>
                      <a:pt x="79" y="4"/>
                      <a:pt x="75" y="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1" name="Google Shape;341;p20"/>
              <p:cNvSpPr/>
              <p:nvPr/>
            </p:nvSpPr>
            <p:spPr>
              <a:xfrm>
                <a:off x="3684305" y="2466982"/>
                <a:ext cx="477314" cy="512781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71" extrusionOk="0">
                    <a:moveTo>
                      <a:pt x="64" y="171"/>
                    </a:moveTo>
                    <a:cubicBezTo>
                      <a:pt x="63" y="171"/>
                      <a:pt x="62" y="171"/>
                      <a:pt x="61" y="170"/>
                    </a:cubicBezTo>
                    <a:cubicBezTo>
                      <a:pt x="56" y="170"/>
                      <a:pt x="50" y="168"/>
                      <a:pt x="44" y="164"/>
                    </a:cubicBezTo>
                    <a:cubicBezTo>
                      <a:pt x="34" y="157"/>
                      <a:pt x="26" y="147"/>
                      <a:pt x="19" y="138"/>
                    </a:cubicBezTo>
                    <a:cubicBezTo>
                      <a:pt x="9" y="126"/>
                      <a:pt x="0" y="115"/>
                      <a:pt x="0" y="101"/>
                    </a:cubicBezTo>
                    <a:cubicBezTo>
                      <a:pt x="0" y="91"/>
                      <a:pt x="5" y="82"/>
                      <a:pt x="9" y="74"/>
                    </a:cubicBezTo>
                    <a:cubicBezTo>
                      <a:pt x="18" y="57"/>
                      <a:pt x="26" y="39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52" y="13"/>
                      <a:pt x="72" y="0"/>
                      <a:pt x="90" y="4"/>
                    </a:cubicBezTo>
                    <a:cubicBezTo>
                      <a:pt x="104" y="7"/>
                      <a:pt x="117" y="18"/>
                      <a:pt x="128" y="36"/>
                    </a:cubicBezTo>
                    <a:cubicBezTo>
                      <a:pt x="135" y="49"/>
                      <a:pt x="142" y="63"/>
                      <a:pt x="148" y="77"/>
                    </a:cubicBezTo>
                    <a:cubicBezTo>
                      <a:pt x="153" y="90"/>
                      <a:pt x="159" y="107"/>
                      <a:pt x="152" y="123"/>
                    </a:cubicBezTo>
                    <a:cubicBezTo>
                      <a:pt x="147" y="135"/>
                      <a:pt x="135" y="143"/>
                      <a:pt x="126" y="148"/>
                    </a:cubicBezTo>
                    <a:cubicBezTo>
                      <a:pt x="111" y="157"/>
                      <a:pt x="96" y="163"/>
                      <a:pt x="80" y="168"/>
                    </a:cubicBezTo>
                    <a:cubicBezTo>
                      <a:pt x="75" y="169"/>
                      <a:pt x="70" y="171"/>
                      <a:pt x="64" y="171"/>
                    </a:cubicBezTo>
                    <a:close/>
                    <a:moveTo>
                      <a:pt x="84" y="5"/>
                    </a:moveTo>
                    <a:cubicBezTo>
                      <a:pt x="69" y="5"/>
                      <a:pt x="52" y="15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28" y="40"/>
                      <a:pt x="19" y="58"/>
                      <a:pt x="11" y="75"/>
                    </a:cubicBezTo>
                    <a:cubicBezTo>
                      <a:pt x="7" y="82"/>
                      <a:pt x="2" y="91"/>
                      <a:pt x="2" y="101"/>
                    </a:cubicBezTo>
                    <a:cubicBezTo>
                      <a:pt x="2" y="114"/>
                      <a:pt x="11" y="125"/>
                      <a:pt x="20" y="137"/>
                    </a:cubicBezTo>
                    <a:cubicBezTo>
                      <a:pt x="27" y="146"/>
                      <a:pt x="35" y="155"/>
                      <a:pt x="45" y="162"/>
                    </a:cubicBezTo>
                    <a:cubicBezTo>
                      <a:pt x="51" y="166"/>
                      <a:pt x="56" y="168"/>
                      <a:pt x="61" y="168"/>
                    </a:cubicBezTo>
                    <a:cubicBezTo>
                      <a:pt x="67" y="169"/>
                      <a:pt x="74" y="168"/>
                      <a:pt x="79" y="166"/>
                    </a:cubicBezTo>
                    <a:cubicBezTo>
                      <a:pt x="95" y="161"/>
                      <a:pt x="110" y="155"/>
                      <a:pt x="125" y="147"/>
                    </a:cubicBezTo>
                    <a:cubicBezTo>
                      <a:pt x="134" y="141"/>
                      <a:pt x="146" y="133"/>
                      <a:pt x="150" y="122"/>
                    </a:cubicBezTo>
                    <a:cubicBezTo>
                      <a:pt x="157" y="107"/>
                      <a:pt x="151" y="90"/>
                      <a:pt x="146" y="77"/>
                    </a:cubicBezTo>
                    <a:cubicBezTo>
                      <a:pt x="140" y="64"/>
                      <a:pt x="134" y="50"/>
                      <a:pt x="126" y="38"/>
                    </a:cubicBezTo>
                    <a:cubicBezTo>
                      <a:pt x="115" y="19"/>
                      <a:pt x="103" y="9"/>
                      <a:pt x="90" y="6"/>
                    </a:cubicBezTo>
                    <a:cubicBezTo>
                      <a:pt x="88" y="5"/>
                      <a:pt x="86" y="5"/>
                      <a:pt x="84" y="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2" name="Google Shape;342;p20"/>
              <p:cNvSpPr/>
              <p:nvPr/>
            </p:nvSpPr>
            <p:spPr>
              <a:xfrm>
                <a:off x="3759670" y="2580769"/>
                <a:ext cx="326584" cy="34579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5" extrusionOk="0">
                    <a:moveTo>
                      <a:pt x="43" y="115"/>
                    </a:moveTo>
                    <a:cubicBezTo>
                      <a:pt x="38" y="115"/>
                      <a:pt x="33" y="114"/>
                      <a:pt x="29" y="112"/>
                    </a:cubicBezTo>
                    <a:cubicBezTo>
                      <a:pt x="24" y="109"/>
                      <a:pt x="20" y="104"/>
                      <a:pt x="17" y="99"/>
                    </a:cubicBezTo>
                    <a:cubicBezTo>
                      <a:pt x="11" y="90"/>
                      <a:pt x="3" y="79"/>
                      <a:pt x="2" y="67"/>
                    </a:cubicBezTo>
                    <a:cubicBezTo>
                      <a:pt x="0" y="52"/>
                      <a:pt x="8" y="39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21" y="23"/>
                      <a:pt x="41" y="0"/>
                      <a:pt x="62" y="1"/>
                    </a:cubicBezTo>
                    <a:cubicBezTo>
                      <a:pt x="72" y="1"/>
                      <a:pt x="80" y="7"/>
                      <a:pt x="87" y="18"/>
                    </a:cubicBezTo>
                    <a:cubicBezTo>
                      <a:pt x="95" y="32"/>
                      <a:pt x="101" y="46"/>
                      <a:pt x="105" y="61"/>
                    </a:cubicBezTo>
                    <a:cubicBezTo>
                      <a:pt x="107" y="69"/>
                      <a:pt x="109" y="78"/>
                      <a:pt x="105" y="87"/>
                    </a:cubicBezTo>
                    <a:cubicBezTo>
                      <a:pt x="101" y="96"/>
                      <a:pt x="92" y="103"/>
                      <a:pt x="78" y="108"/>
                    </a:cubicBezTo>
                    <a:cubicBezTo>
                      <a:pt x="69" y="111"/>
                      <a:pt x="61" y="113"/>
                      <a:pt x="53" y="114"/>
                    </a:cubicBezTo>
                    <a:cubicBezTo>
                      <a:pt x="50" y="115"/>
                      <a:pt x="46" y="115"/>
                      <a:pt x="43" y="115"/>
                    </a:cubicBezTo>
                    <a:close/>
                    <a:moveTo>
                      <a:pt x="16" y="32"/>
                    </a:moveTo>
                    <a:cubicBezTo>
                      <a:pt x="10" y="40"/>
                      <a:pt x="3" y="53"/>
                      <a:pt x="4" y="66"/>
                    </a:cubicBezTo>
                    <a:cubicBezTo>
                      <a:pt x="5" y="78"/>
                      <a:pt x="12" y="89"/>
                      <a:pt x="18" y="98"/>
                    </a:cubicBezTo>
                    <a:cubicBezTo>
                      <a:pt x="22" y="102"/>
                      <a:pt x="25" y="107"/>
                      <a:pt x="30" y="110"/>
                    </a:cubicBezTo>
                    <a:cubicBezTo>
                      <a:pt x="37" y="114"/>
                      <a:pt x="45" y="113"/>
                      <a:pt x="52" y="112"/>
                    </a:cubicBezTo>
                    <a:cubicBezTo>
                      <a:pt x="61" y="111"/>
                      <a:pt x="69" y="109"/>
                      <a:pt x="77" y="106"/>
                    </a:cubicBezTo>
                    <a:cubicBezTo>
                      <a:pt x="91" y="101"/>
                      <a:pt x="100" y="95"/>
                      <a:pt x="103" y="86"/>
                    </a:cubicBezTo>
                    <a:cubicBezTo>
                      <a:pt x="106" y="78"/>
                      <a:pt x="105" y="69"/>
                      <a:pt x="103" y="61"/>
                    </a:cubicBezTo>
                    <a:cubicBezTo>
                      <a:pt x="99" y="47"/>
                      <a:pt x="93" y="32"/>
                      <a:pt x="85" y="19"/>
                    </a:cubicBezTo>
                    <a:cubicBezTo>
                      <a:pt x="79" y="9"/>
                      <a:pt x="71" y="3"/>
                      <a:pt x="62" y="3"/>
                    </a:cubicBezTo>
                    <a:cubicBezTo>
                      <a:pt x="62" y="3"/>
                      <a:pt x="61" y="3"/>
                      <a:pt x="60" y="3"/>
                    </a:cubicBezTo>
                    <a:cubicBezTo>
                      <a:pt x="41" y="3"/>
                      <a:pt x="22" y="25"/>
                      <a:pt x="16" y="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3" name="Google Shape;343;p20"/>
              <p:cNvSpPr/>
              <p:nvPr/>
            </p:nvSpPr>
            <p:spPr>
              <a:xfrm>
                <a:off x="3840947" y="2653179"/>
                <a:ext cx="212797" cy="212797"/>
              </a:xfrm>
              <a:custGeom>
                <a:avLst/>
                <a:gdLst/>
                <a:ahLst/>
                <a:cxnLst/>
                <a:rect l="l" t="t" r="r" b="b"/>
                <a:pathLst>
                  <a:path w="71" h="71" extrusionOk="0">
                    <a:moveTo>
                      <a:pt x="37" y="71"/>
                    </a:moveTo>
                    <a:cubicBezTo>
                      <a:pt x="32" y="71"/>
                      <a:pt x="27" y="71"/>
                      <a:pt x="22" y="70"/>
                    </a:cubicBezTo>
                    <a:cubicBezTo>
                      <a:pt x="18" y="69"/>
                      <a:pt x="14" y="68"/>
                      <a:pt x="11" y="65"/>
                    </a:cubicBezTo>
                    <a:cubicBezTo>
                      <a:pt x="9" y="63"/>
                      <a:pt x="7" y="60"/>
                      <a:pt x="6" y="57"/>
                    </a:cubicBezTo>
                    <a:cubicBezTo>
                      <a:pt x="3" y="49"/>
                      <a:pt x="0" y="36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7" y="12"/>
                      <a:pt x="15" y="5"/>
                      <a:pt x="25" y="3"/>
                    </a:cubicBezTo>
                    <a:cubicBezTo>
                      <a:pt x="37" y="0"/>
                      <a:pt x="50" y="5"/>
                      <a:pt x="59" y="16"/>
                    </a:cubicBezTo>
                    <a:cubicBezTo>
                      <a:pt x="67" y="25"/>
                      <a:pt x="71" y="39"/>
                      <a:pt x="68" y="51"/>
                    </a:cubicBezTo>
                    <a:cubicBezTo>
                      <a:pt x="67" y="56"/>
                      <a:pt x="64" y="60"/>
                      <a:pt x="62" y="63"/>
                    </a:cubicBezTo>
                    <a:cubicBezTo>
                      <a:pt x="57" y="68"/>
                      <a:pt x="49" y="71"/>
                      <a:pt x="39" y="71"/>
                    </a:cubicBezTo>
                    <a:cubicBezTo>
                      <a:pt x="38" y="71"/>
                      <a:pt x="37" y="71"/>
                      <a:pt x="37" y="71"/>
                    </a:cubicBezTo>
                    <a:close/>
                    <a:moveTo>
                      <a:pt x="31" y="4"/>
                    </a:moveTo>
                    <a:cubicBezTo>
                      <a:pt x="29" y="4"/>
                      <a:pt x="27" y="4"/>
                      <a:pt x="26" y="5"/>
                    </a:cubicBezTo>
                    <a:cubicBezTo>
                      <a:pt x="16" y="7"/>
                      <a:pt x="9" y="13"/>
                      <a:pt x="6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2" y="36"/>
                      <a:pt x="5" y="48"/>
                      <a:pt x="8" y="57"/>
                    </a:cubicBezTo>
                    <a:cubicBezTo>
                      <a:pt x="9" y="59"/>
                      <a:pt x="10" y="62"/>
                      <a:pt x="12" y="64"/>
                    </a:cubicBezTo>
                    <a:cubicBezTo>
                      <a:pt x="15" y="66"/>
                      <a:pt x="19" y="67"/>
                      <a:pt x="22" y="68"/>
                    </a:cubicBezTo>
                    <a:cubicBezTo>
                      <a:pt x="28" y="69"/>
                      <a:pt x="33" y="69"/>
                      <a:pt x="39" y="69"/>
                    </a:cubicBezTo>
                    <a:cubicBezTo>
                      <a:pt x="49" y="69"/>
                      <a:pt x="56" y="66"/>
                      <a:pt x="60" y="62"/>
                    </a:cubicBezTo>
                    <a:cubicBezTo>
                      <a:pt x="63" y="59"/>
                      <a:pt x="65" y="55"/>
                      <a:pt x="66" y="51"/>
                    </a:cubicBezTo>
                    <a:cubicBezTo>
                      <a:pt x="69" y="39"/>
                      <a:pt x="66" y="26"/>
                      <a:pt x="58" y="17"/>
                    </a:cubicBezTo>
                    <a:cubicBezTo>
                      <a:pt x="51" y="9"/>
                      <a:pt x="41" y="4"/>
                      <a:pt x="31" y="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44" name="Google Shape;344;p20"/>
            <p:cNvGrpSpPr/>
            <p:nvPr/>
          </p:nvGrpSpPr>
          <p:grpSpPr>
            <a:xfrm rot="10800000" flipH="1">
              <a:off x="-288839" y="-39571"/>
              <a:ext cx="1008842" cy="572682"/>
              <a:chOff x="8278643" y="3013751"/>
              <a:chExt cx="840842" cy="477315"/>
            </a:xfrm>
          </p:grpSpPr>
          <p:sp>
            <p:nvSpPr>
              <p:cNvPr id="345" name="Google Shape;345;p20"/>
              <p:cNvSpPr/>
              <p:nvPr/>
            </p:nvSpPr>
            <p:spPr>
              <a:xfrm>
                <a:off x="8278643" y="3013751"/>
                <a:ext cx="840842" cy="477314"/>
              </a:xfrm>
              <a:custGeom>
                <a:avLst/>
                <a:gdLst/>
                <a:ahLst/>
                <a:cxnLst/>
                <a:rect l="l" t="t" r="r" b="b"/>
                <a:pathLst>
                  <a:path w="280" h="159" extrusionOk="0">
                    <a:moveTo>
                      <a:pt x="0" y="159"/>
                    </a:moveTo>
                    <a:cubicBezTo>
                      <a:pt x="0" y="141"/>
                      <a:pt x="4" y="114"/>
                      <a:pt x="8" y="97"/>
                    </a:cubicBezTo>
                    <a:cubicBezTo>
                      <a:pt x="11" y="83"/>
                      <a:pt x="14" y="68"/>
                      <a:pt x="23" y="57"/>
                    </a:cubicBezTo>
                    <a:cubicBezTo>
                      <a:pt x="34" y="42"/>
                      <a:pt x="51" y="33"/>
                      <a:pt x="67" y="26"/>
                    </a:cubicBezTo>
                    <a:cubicBezTo>
                      <a:pt x="85" y="17"/>
                      <a:pt x="105" y="9"/>
                      <a:pt x="125" y="5"/>
                    </a:cubicBezTo>
                    <a:cubicBezTo>
                      <a:pt x="148" y="0"/>
                      <a:pt x="169" y="1"/>
                      <a:pt x="187" y="7"/>
                    </a:cubicBezTo>
                    <a:cubicBezTo>
                      <a:pt x="195" y="9"/>
                      <a:pt x="204" y="14"/>
                      <a:pt x="215" y="20"/>
                    </a:cubicBezTo>
                    <a:cubicBezTo>
                      <a:pt x="221" y="24"/>
                      <a:pt x="229" y="29"/>
                      <a:pt x="235" y="35"/>
                    </a:cubicBezTo>
                    <a:cubicBezTo>
                      <a:pt x="248" y="48"/>
                      <a:pt x="256" y="65"/>
                      <a:pt x="263" y="83"/>
                    </a:cubicBezTo>
                    <a:cubicBezTo>
                      <a:pt x="274" y="114"/>
                      <a:pt x="280" y="138"/>
                      <a:pt x="280" y="155"/>
                    </a:cubicBezTo>
                    <a:cubicBezTo>
                      <a:pt x="278" y="155"/>
                      <a:pt x="278" y="155"/>
                      <a:pt x="278" y="155"/>
                    </a:cubicBezTo>
                    <a:cubicBezTo>
                      <a:pt x="278" y="138"/>
                      <a:pt x="272" y="115"/>
                      <a:pt x="261" y="84"/>
                    </a:cubicBezTo>
                    <a:cubicBezTo>
                      <a:pt x="254" y="66"/>
                      <a:pt x="247" y="49"/>
                      <a:pt x="233" y="36"/>
                    </a:cubicBezTo>
                    <a:cubicBezTo>
                      <a:pt x="227" y="30"/>
                      <a:pt x="220" y="26"/>
                      <a:pt x="214" y="22"/>
                    </a:cubicBezTo>
                    <a:cubicBezTo>
                      <a:pt x="203" y="15"/>
                      <a:pt x="195" y="11"/>
                      <a:pt x="186" y="8"/>
                    </a:cubicBezTo>
                    <a:cubicBezTo>
                      <a:pt x="168" y="3"/>
                      <a:pt x="148" y="2"/>
                      <a:pt x="126" y="7"/>
                    </a:cubicBezTo>
                    <a:cubicBezTo>
                      <a:pt x="105" y="11"/>
                      <a:pt x="86" y="19"/>
                      <a:pt x="68" y="27"/>
                    </a:cubicBezTo>
                    <a:cubicBezTo>
                      <a:pt x="52" y="35"/>
                      <a:pt x="35" y="43"/>
                      <a:pt x="25" y="58"/>
                    </a:cubicBezTo>
                    <a:cubicBezTo>
                      <a:pt x="16" y="69"/>
                      <a:pt x="13" y="84"/>
                      <a:pt x="10" y="97"/>
                    </a:cubicBezTo>
                    <a:cubicBezTo>
                      <a:pt x="6" y="114"/>
                      <a:pt x="2" y="141"/>
                      <a:pt x="2" y="159"/>
                    </a:cubicBezTo>
                    <a:lnTo>
                      <a:pt x="0" y="15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8356964" y="3081728"/>
                <a:ext cx="660556" cy="409338"/>
              </a:xfrm>
              <a:custGeom>
                <a:avLst/>
                <a:gdLst/>
                <a:ahLst/>
                <a:cxnLst/>
                <a:rect l="l" t="t" r="r" b="b"/>
                <a:pathLst>
                  <a:path w="220" h="136" extrusionOk="0">
                    <a:moveTo>
                      <a:pt x="3" y="136"/>
                    </a:moveTo>
                    <a:cubicBezTo>
                      <a:pt x="2" y="119"/>
                      <a:pt x="0" y="99"/>
                      <a:pt x="8" y="82"/>
                    </a:cubicBezTo>
                    <a:cubicBezTo>
                      <a:pt x="13" y="69"/>
                      <a:pt x="23" y="59"/>
                      <a:pt x="32" y="50"/>
                    </a:cubicBezTo>
                    <a:cubicBezTo>
                      <a:pt x="52" y="31"/>
                      <a:pt x="70" y="19"/>
                      <a:pt x="88" y="12"/>
                    </a:cubicBezTo>
                    <a:cubicBezTo>
                      <a:pt x="96" y="9"/>
                      <a:pt x="106" y="6"/>
                      <a:pt x="118" y="4"/>
                    </a:cubicBezTo>
                    <a:cubicBezTo>
                      <a:pt x="127" y="2"/>
                      <a:pt x="138" y="0"/>
                      <a:pt x="148" y="2"/>
                    </a:cubicBezTo>
                    <a:cubicBezTo>
                      <a:pt x="167" y="4"/>
                      <a:pt x="185" y="17"/>
                      <a:pt x="197" y="36"/>
                    </a:cubicBezTo>
                    <a:cubicBezTo>
                      <a:pt x="207" y="51"/>
                      <a:pt x="213" y="69"/>
                      <a:pt x="216" y="94"/>
                    </a:cubicBezTo>
                    <a:cubicBezTo>
                      <a:pt x="219" y="110"/>
                      <a:pt x="220" y="122"/>
                      <a:pt x="219" y="133"/>
                    </a:cubicBezTo>
                    <a:cubicBezTo>
                      <a:pt x="217" y="133"/>
                      <a:pt x="217" y="133"/>
                      <a:pt x="217" y="133"/>
                    </a:cubicBezTo>
                    <a:cubicBezTo>
                      <a:pt x="218" y="122"/>
                      <a:pt x="217" y="110"/>
                      <a:pt x="214" y="95"/>
                    </a:cubicBezTo>
                    <a:cubicBezTo>
                      <a:pt x="211" y="70"/>
                      <a:pt x="205" y="52"/>
                      <a:pt x="196" y="37"/>
                    </a:cubicBezTo>
                    <a:cubicBezTo>
                      <a:pt x="184" y="19"/>
                      <a:pt x="166" y="6"/>
                      <a:pt x="148" y="4"/>
                    </a:cubicBezTo>
                    <a:cubicBezTo>
                      <a:pt x="138" y="2"/>
                      <a:pt x="127" y="4"/>
                      <a:pt x="118" y="6"/>
                    </a:cubicBezTo>
                    <a:cubicBezTo>
                      <a:pt x="106" y="8"/>
                      <a:pt x="97" y="11"/>
                      <a:pt x="88" y="14"/>
                    </a:cubicBezTo>
                    <a:cubicBezTo>
                      <a:pt x="71" y="21"/>
                      <a:pt x="53" y="33"/>
                      <a:pt x="34" y="51"/>
                    </a:cubicBezTo>
                    <a:cubicBezTo>
                      <a:pt x="24" y="60"/>
                      <a:pt x="15" y="70"/>
                      <a:pt x="10" y="83"/>
                    </a:cubicBezTo>
                    <a:cubicBezTo>
                      <a:pt x="2" y="100"/>
                      <a:pt x="4" y="119"/>
                      <a:pt x="5" y="136"/>
                    </a:cubicBezTo>
                    <a:lnTo>
                      <a:pt x="3" y="1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8414596" y="3174826"/>
                <a:ext cx="533469" cy="313284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04" extrusionOk="0">
                    <a:moveTo>
                      <a:pt x="1" y="104"/>
                    </a:moveTo>
                    <a:cubicBezTo>
                      <a:pt x="1" y="93"/>
                      <a:pt x="1" y="93"/>
                      <a:pt x="1" y="93"/>
                    </a:cubicBezTo>
                    <a:cubicBezTo>
                      <a:pt x="1" y="85"/>
                      <a:pt x="0" y="75"/>
                      <a:pt x="4" y="67"/>
                    </a:cubicBezTo>
                    <a:cubicBezTo>
                      <a:pt x="6" y="61"/>
                      <a:pt x="10" y="56"/>
                      <a:pt x="14" y="51"/>
                    </a:cubicBezTo>
                    <a:cubicBezTo>
                      <a:pt x="27" y="36"/>
                      <a:pt x="44" y="24"/>
                      <a:pt x="60" y="12"/>
                    </a:cubicBezTo>
                    <a:cubicBezTo>
                      <a:pt x="65" y="9"/>
                      <a:pt x="70" y="5"/>
                      <a:pt x="76" y="3"/>
                    </a:cubicBezTo>
                    <a:cubicBezTo>
                      <a:pt x="81" y="1"/>
                      <a:pt x="87" y="1"/>
                      <a:pt x="93" y="1"/>
                    </a:cubicBezTo>
                    <a:cubicBezTo>
                      <a:pt x="111" y="0"/>
                      <a:pt x="132" y="0"/>
                      <a:pt x="151" y="9"/>
                    </a:cubicBezTo>
                    <a:cubicBezTo>
                      <a:pt x="158" y="12"/>
                      <a:pt x="163" y="16"/>
                      <a:pt x="166" y="20"/>
                    </a:cubicBezTo>
                    <a:cubicBezTo>
                      <a:pt x="170" y="26"/>
                      <a:pt x="172" y="32"/>
                      <a:pt x="173" y="38"/>
                    </a:cubicBezTo>
                    <a:cubicBezTo>
                      <a:pt x="177" y="60"/>
                      <a:pt x="178" y="82"/>
                      <a:pt x="177" y="103"/>
                    </a:cubicBezTo>
                    <a:cubicBezTo>
                      <a:pt x="175" y="103"/>
                      <a:pt x="175" y="103"/>
                      <a:pt x="175" y="103"/>
                    </a:cubicBezTo>
                    <a:cubicBezTo>
                      <a:pt x="176" y="82"/>
                      <a:pt x="175" y="60"/>
                      <a:pt x="171" y="39"/>
                    </a:cubicBezTo>
                    <a:cubicBezTo>
                      <a:pt x="170" y="33"/>
                      <a:pt x="168" y="27"/>
                      <a:pt x="165" y="22"/>
                    </a:cubicBezTo>
                    <a:cubicBezTo>
                      <a:pt x="162" y="17"/>
                      <a:pt x="157" y="14"/>
                      <a:pt x="150" y="11"/>
                    </a:cubicBezTo>
                    <a:cubicBezTo>
                      <a:pt x="132" y="2"/>
                      <a:pt x="111" y="2"/>
                      <a:pt x="93" y="3"/>
                    </a:cubicBezTo>
                    <a:cubicBezTo>
                      <a:pt x="87" y="3"/>
                      <a:pt x="82" y="3"/>
                      <a:pt x="77" y="5"/>
                    </a:cubicBezTo>
                    <a:cubicBezTo>
                      <a:pt x="71" y="7"/>
                      <a:pt x="66" y="10"/>
                      <a:pt x="61" y="14"/>
                    </a:cubicBezTo>
                    <a:cubicBezTo>
                      <a:pt x="45" y="26"/>
                      <a:pt x="29" y="38"/>
                      <a:pt x="16" y="53"/>
                    </a:cubicBezTo>
                    <a:cubicBezTo>
                      <a:pt x="12" y="57"/>
                      <a:pt x="8" y="62"/>
                      <a:pt x="6" y="68"/>
                    </a:cubicBezTo>
                    <a:cubicBezTo>
                      <a:pt x="3" y="76"/>
                      <a:pt x="3" y="85"/>
                      <a:pt x="3" y="93"/>
                    </a:cubicBezTo>
                    <a:cubicBezTo>
                      <a:pt x="3" y="104"/>
                      <a:pt x="3" y="104"/>
                      <a:pt x="3" y="104"/>
                    </a:cubicBezTo>
                    <a:lnTo>
                      <a:pt x="1" y="1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8479617" y="3244281"/>
                <a:ext cx="409338" cy="243829"/>
              </a:xfrm>
              <a:custGeom>
                <a:avLst/>
                <a:gdLst/>
                <a:ahLst/>
                <a:cxnLst/>
                <a:rect l="l" t="t" r="r" b="b"/>
                <a:pathLst>
                  <a:path w="136" h="81" extrusionOk="0">
                    <a:moveTo>
                      <a:pt x="136" y="81"/>
                    </a:moveTo>
                    <a:cubicBezTo>
                      <a:pt x="134" y="81"/>
                      <a:pt x="134" y="81"/>
                      <a:pt x="134" y="81"/>
                    </a:cubicBezTo>
                    <a:cubicBezTo>
                      <a:pt x="134" y="69"/>
                      <a:pt x="133" y="57"/>
                      <a:pt x="131" y="45"/>
                    </a:cubicBezTo>
                    <a:cubicBezTo>
                      <a:pt x="130" y="42"/>
                      <a:pt x="129" y="38"/>
                      <a:pt x="128" y="34"/>
                    </a:cubicBezTo>
                    <a:cubicBezTo>
                      <a:pt x="126" y="31"/>
                      <a:pt x="123" y="27"/>
                      <a:pt x="121" y="24"/>
                    </a:cubicBezTo>
                    <a:cubicBezTo>
                      <a:pt x="116" y="17"/>
                      <a:pt x="110" y="10"/>
                      <a:pt x="103" y="6"/>
                    </a:cubicBezTo>
                    <a:cubicBezTo>
                      <a:pt x="95" y="2"/>
                      <a:pt x="86" y="2"/>
                      <a:pt x="78" y="2"/>
                    </a:cubicBezTo>
                    <a:cubicBezTo>
                      <a:pt x="69" y="2"/>
                      <a:pt x="59" y="3"/>
                      <a:pt x="50" y="4"/>
                    </a:cubicBezTo>
                    <a:cubicBezTo>
                      <a:pt x="45" y="5"/>
                      <a:pt x="41" y="6"/>
                      <a:pt x="37" y="8"/>
                    </a:cubicBezTo>
                    <a:cubicBezTo>
                      <a:pt x="34" y="9"/>
                      <a:pt x="31" y="11"/>
                      <a:pt x="28" y="14"/>
                    </a:cubicBezTo>
                    <a:cubicBezTo>
                      <a:pt x="19" y="21"/>
                      <a:pt x="11" y="30"/>
                      <a:pt x="5" y="40"/>
                    </a:cubicBezTo>
                    <a:cubicBezTo>
                      <a:pt x="4" y="42"/>
                      <a:pt x="3" y="44"/>
                      <a:pt x="3" y="46"/>
                    </a:cubicBezTo>
                    <a:cubicBezTo>
                      <a:pt x="2" y="48"/>
                      <a:pt x="2" y="51"/>
                      <a:pt x="2" y="54"/>
                    </a:cubicBezTo>
                    <a:cubicBezTo>
                      <a:pt x="2" y="62"/>
                      <a:pt x="3" y="70"/>
                      <a:pt x="4" y="78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1" y="70"/>
                      <a:pt x="0" y="62"/>
                      <a:pt x="0" y="54"/>
                    </a:cubicBezTo>
                    <a:cubicBezTo>
                      <a:pt x="0" y="51"/>
                      <a:pt x="0" y="48"/>
                      <a:pt x="1" y="45"/>
                    </a:cubicBezTo>
                    <a:cubicBezTo>
                      <a:pt x="1" y="43"/>
                      <a:pt x="2" y="41"/>
                      <a:pt x="4" y="39"/>
                    </a:cubicBezTo>
                    <a:cubicBezTo>
                      <a:pt x="10" y="28"/>
                      <a:pt x="17" y="19"/>
                      <a:pt x="27" y="12"/>
                    </a:cubicBezTo>
                    <a:cubicBezTo>
                      <a:pt x="30" y="9"/>
                      <a:pt x="33" y="7"/>
                      <a:pt x="36" y="6"/>
                    </a:cubicBezTo>
                    <a:cubicBezTo>
                      <a:pt x="40" y="4"/>
                      <a:pt x="45" y="3"/>
                      <a:pt x="50" y="2"/>
                    </a:cubicBezTo>
                    <a:cubicBezTo>
                      <a:pt x="59" y="1"/>
                      <a:pt x="68" y="0"/>
                      <a:pt x="78" y="0"/>
                    </a:cubicBezTo>
                    <a:cubicBezTo>
                      <a:pt x="86" y="0"/>
                      <a:pt x="96" y="0"/>
                      <a:pt x="104" y="4"/>
                    </a:cubicBezTo>
                    <a:cubicBezTo>
                      <a:pt x="112" y="9"/>
                      <a:pt x="117" y="16"/>
                      <a:pt x="122" y="23"/>
                    </a:cubicBezTo>
                    <a:cubicBezTo>
                      <a:pt x="125" y="26"/>
                      <a:pt x="128" y="30"/>
                      <a:pt x="130" y="34"/>
                    </a:cubicBezTo>
                    <a:cubicBezTo>
                      <a:pt x="131" y="37"/>
                      <a:pt x="132" y="41"/>
                      <a:pt x="133" y="45"/>
                    </a:cubicBezTo>
                    <a:cubicBezTo>
                      <a:pt x="135" y="57"/>
                      <a:pt x="136" y="69"/>
                      <a:pt x="136" y="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8540205" y="3298958"/>
                <a:ext cx="311806" cy="180286"/>
              </a:xfrm>
              <a:custGeom>
                <a:avLst/>
                <a:gdLst/>
                <a:ahLst/>
                <a:cxnLst/>
                <a:rect l="l" t="t" r="r" b="b"/>
                <a:pathLst>
                  <a:path w="104" h="60" extrusionOk="0">
                    <a:moveTo>
                      <a:pt x="0" y="60"/>
                    </a:moveTo>
                    <a:cubicBezTo>
                      <a:pt x="0" y="55"/>
                      <a:pt x="1" y="51"/>
                      <a:pt x="2" y="4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3"/>
                      <a:pt x="7" y="30"/>
                      <a:pt x="8" y="27"/>
                    </a:cubicBezTo>
                    <a:cubicBezTo>
                      <a:pt x="11" y="20"/>
                      <a:pt x="18" y="14"/>
                      <a:pt x="26" y="10"/>
                    </a:cubicBezTo>
                    <a:cubicBezTo>
                      <a:pt x="33" y="6"/>
                      <a:pt x="41" y="4"/>
                      <a:pt x="49" y="2"/>
                    </a:cubicBezTo>
                    <a:cubicBezTo>
                      <a:pt x="57" y="1"/>
                      <a:pt x="66" y="0"/>
                      <a:pt x="74" y="2"/>
                    </a:cubicBezTo>
                    <a:cubicBezTo>
                      <a:pt x="78" y="4"/>
                      <a:pt x="82" y="6"/>
                      <a:pt x="85" y="9"/>
                    </a:cubicBezTo>
                    <a:cubicBezTo>
                      <a:pt x="87" y="10"/>
                      <a:pt x="90" y="12"/>
                      <a:pt x="93" y="14"/>
                    </a:cubicBezTo>
                    <a:cubicBezTo>
                      <a:pt x="94" y="15"/>
                      <a:pt x="95" y="16"/>
                      <a:pt x="95" y="17"/>
                    </a:cubicBezTo>
                    <a:cubicBezTo>
                      <a:pt x="96" y="18"/>
                      <a:pt x="97" y="19"/>
                      <a:pt x="97" y="20"/>
                    </a:cubicBezTo>
                    <a:cubicBezTo>
                      <a:pt x="102" y="33"/>
                      <a:pt x="104" y="47"/>
                      <a:pt x="104" y="60"/>
                    </a:cubicBezTo>
                    <a:cubicBezTo>
                      <a:pt x="102" y="60"/>
                      <a:pt x="102" y="60"/>
                      <a:pt x="102" y="60"/>
                    </a:cubicBezTo>
                    <a:cubicBezTo>
                      <a:pt x="102" y="47"/>
                      <a:pt x="100" y="34"/>
                      <a:pt x="95" y="21"/>
                    </a:cubicBezTo>
                    <a:cubicBezTo>
                      <a:pt x="95" y="20"/>
                      <a:pt x="95" y="19"/>
                      <a:pt x="94" y="18"/>
                    </a:cubicBezTo>
                    <a:cubicBezTo>
                      <a:pt x="93" y="17"/>
                      <a:pt x="92" y="16"/>
                      <a:pt x="91" y="16"/>
                    </a:cubicBezTo>
                    <a:cubicBezTo>
                      <a:pt x="89" y="14"/>
                      <a:pt x="86" y="12"/>
                      <a:pt x="84" y="10"/>
                    </a:cubicBezTo>
                    <a:cubicBezTo>
                      <a:pt x="81" y="8"/>
                      <a:pt x="77" y="6"/>
                      <a:pt x="73" y="4"/>
                    </a:cubicBezTo>
                    <a:cubicBezTo>
                      <a:pt x="65" y="2"/>
                      <a:pt x="57" y="3"/>
                      <a:pt x="50" y="4"/>
                    </a:cubicBezTo>
                    <a:cubicBezTo>
                      <a:pt x="42" y="6"/>
                      <a:pt x="34" y="8"/>
                      <a:pt x="27" y="12"/>
                    </a:cubicBezTo>
                    <a:cubicBezTo>
                      <a:pt x="19" y="16"/>
                      <a:pt x="13" y="21"/>
                      <a:pt x="10" y="28"/>
                    </a:cubicBezTo>
                    <a:cubicBezTo>
                      <a:pt x="9" y="31"/>
                      <a:pt x="8" y="34"/>
                      <a:pt x="7" y="36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3" y="51"/>
                      <a:pt x="2" y="56"/>
                      <a:pt x="2" y="60"/>
                    </a:cubicBezTo>
                    <a:lnTo>
                      <a:pt x="0" y="6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0" name="Google Shape;350;p20"/>
              <p:cNvSpPr/>
              <p:nvPr/>
            </p:nvSpPr>
            <p:spPr>
              <a:xfrm>
                <a:off x="8594882" y="3363979"/>
                <a:ext cx="212797" cy="115265"/>
              </a:xfrm>
              <a:custGeom>
                <a:avLst/>
                <a:gdLst/>
                <a:ahLst/>
                <a:cxnLst/>
                <a:rect l="l" t="t" r="r" b="b"/>
                <a:pathLst>
                  <a:path w="71" h="38" extrusionOk="0">
                    <a:moveTo>
                      <a:pt x="69" y="38"/>
                    </a:moveTo>
                    <a:cubicBezTo>
                      <a:pt x="68" y="32"/>
                      <a:pt x="67" y="26"/>
                      <a:pt x="65" y="20"/>
                    </a:cubicBezTo>
                    <a:cubicBezTo>
                      <a:pt x="64" y="18"/>
                      <a:pt x="63" y="15"/>
                      <a:pt x="62" y="13"/>
                    </a:cubicBezTo>
                    <a:cubicBezTo>
                      <a:pt x="60" y="11"/>
                      <a:pt x="57" y="8"/>
                      <a:pt x="53" y="6"/>
                    </a:cubicBezTo>
                    <a:cubicBezTo>
                      <a:pt x="49" y="4"/>
                      <a:pt x="46" y="3"/>
                      <a:pt x="43" y="3"/>
                    </a:cubicBezTo>
                    <a:cubicBezTo>
                      <a:pt x="36" y="2"/>
                      <a:pt x="30" y="4"/>
                      <a:pt x="25" y="6"/>
                    </a:cubicBezTo>
                    <a:cubicBezTo>
                      <a:pt x="20" y="9"/>
                      <a:pt x="15" y="13"/>
                      <a:pt x="10" y="17"/>
                    </a:cubicBezTo>
                    <a:cubicBezTo>
                      <a:pt x="8" y="19"/>
                      <a:pt x="6" y="21"/>
                      <a:pt x="5" y="23"/>
                    </a:cubicBezTo>
                    <a:cubicBezTo>
                      <a:pt x="2" y="27"/>
                      <a:pt x="2" y="33"/>
                      <a:pt x="2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3"/>
                      <a:pt x="0" y="26"/>
                      <a:pt x="3" y="22"/>
                    </a:cubicBezTo>
                    <a:cubicBezTo>
                      <a:pt x="5" y="19"/>
                      <a:pt x="7" y="17"/>
                      <a:pt x="9" y="16"/>
                    </a:cubicBezTo>
                    <a:cubicBezTo>
                      <a:pt x="14" y="12"/>
                      <a:pt x="19" y="8"/>
                      <a:pt x="24" y="5"/>
                    </a:cubicBezTo>
                    <a:cubicBezTo>
                      <a:pt x="31" y="1"/>
                      <a:pt x="37" y="0"/>
                      <a:pt x="43" y="1"/>
                    </a:cubicBezTo>
                    <a:cubicBezTo>
                      <a:pt x="47" y="1"/>
                      <a:pt x="50" y="2"/>
                      <a:pt x="54" y="4"/>
                    </a:cubicBezTo>
                    <a:cubicBezTo>
                      <a:pt x="58" y="7"/>
                      <a:pt x="61" y="9"/>
                      <a:pt x="63" y="12"/>
                    </a:cubicBezTo>
                    <a:cubicBezTo>
                      <a:pt x="65" y="14"/>
                      <a:pt x="66" y="17"/>
                      <a:pt x="67" y="19"/>
                    </a:cubicBezTo>
                    <a:cubicBezTo>
                      <a:pt x="69" y="25"/>
                      <a:pt x="70" y="31"/>
                      <a:pt x="71" y="38"/>
                    </a:cubicBezTo>
                    <a:lnTo>
                      <a:pt x="69" y="3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1" name="Google Shape;351;p20"/>
              <p:cNvSpPr/>
              <p:nvPr/>
            </p:nvSpPr>
            <p:spPr>
              <a:xfrm>
                <a:off x="8507695" y="3267925"/>
                <a:ext cx="365005" cy="22018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20" y="73"/>
                    </a:moveTo>
                    <a:cubicBezTo>
                      <a:pt x="119" y="64"/>
                      <a:pt x="119" y="55"/>
                      <a:pt x="118" y="47"/>
                    </a:cubicBezTo>
                    <a:cubicBezTo>
                      <a:pt x="117" y="43"/>
                      <a:pt x="117" y="39"/>
                      <a:pt x="115" y="36"/>
                    </a:cubicBezTo>
                    <a:cubicBezTo>
                      <a:pt x="115" y="33"/>
                      <a:pt x="113" y="31"/>
                      <a:pt x="112" y="28"/>
                    </a:cubicBezTo>
                    <a:cubicBezTo>
                      <a:pt x="107" y="20"/>
                      <a:pt x="101" y="14"/>
                      <a:pt x="94" y="8"/>
                    </a:cubicBezTo>
                    <a:cubicBezTo>
                      <a:pt x="93" y="7"/>
                      <a:pt x="92" y="6"/>
                      <a:pt x="91" y="6"/>
                    </a:cubicBezTo>
                    <a:cubicBezTo>
                      <a:pt x="89" y="5"/>
                      <a:pt x="87" y="4"/>
                      <a:pt x="86" y="4"/>
                    </a:cubicBezTo>
                    <a:cubicBezTo>
                      <a:pt x="78" y="3"/>
                      <a:pt x="70" y="3"/>
                      <a:pt x="63" y="2"/>
                    </a:cubicBezTo>
                    <a:cubicBezTo>
                      <a:pt x="56" y="2"/>
                      <a:pt x="48" y="2"/>
                      <a:pt x="41" y="5"/>
                    </a:cubicBezTo>
                    <a:cubicBezTo>
                      <a:pt x="25" y="10"/>
                      <a:pt x="14" y="24"/>
                      <a:pt x="6" y="36"/>
                    </a:cubicBezTo>
                    <a:cubicBezTo>
                      <a:pt x="5" y="39"/>
                      <a:pt x="4" y="41"/>
                      <a:pt x="3" y="43"/>
                    </a:cubicBezTo>
                    <a:cubicBezTo>
                      <a:pt x="2" y="45"/>
                      <a:pt x="2" y="48"/>
                      <a:pt x="2" y="50"/>
                    </a:cubicBezTo>
                    <a:cubicBezTo>
                      <a:pt x="2" y="57"/>
                      <a:pt x="2" y="64"/>
                      <a:pt x="2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65"/>
                      <a:pt x="0" y="57"/>
                      <a:pt x="0" y="50"/>
                    </a:cubicBezTo>
                    <a:cubicBezTo>
                      <a:pt x="0" y="48"/>
                      <a:pt x="0" y="45"/>
                      <a:pt x="1" y="43"/>
                    </a:cubicBezTo>
                    <a:cubicBezTo>
                      <a:pt x="2" y="40"/>
                      <a:pt x="3" y="38"/>
                      <a:pt x="5" y="35"/>
                    </a:cubicBezTo>
                    <a:cubicBezTo>
                      <a:pt x="13" y="23"/>
                      <a:pt x="24" y="8"/>
                      <a:pt x="40" y="3"/>
                    </a:cubicBezTo>
                    <a:cubicBezTo>
                      <a:pt x="48" y="0"/>
                      <a:pt x="56" y="0"/>
                      <a:pt x="63" y="0"/>
                    </a:cubicBezTo>
                    <a:cubicBezTo>
                      <a:pt x="70" y="1"/>
                      <a:pt x="78" y="1"/>
                      <a:pt x="86" y="2"/>
                    </a:cubicBezTo>
                    <a:cubicBezTo>
                      <a:pt x="88" y="3"/>
                      <a:pt x="90" y="3"/>
                      <a:pt x="92" y="4"/>
                    </a:cubicBezTo>
                    <a:cubicBezTo>
                      <a:pt x="93" y="4"/>
                      <a:pt x="94" y="5"/>
                      <a:pt x="95" y="6"/>
                    </a:cubicBezTo>
                    <a:cubicBezTo>
                      <a:pt x="102" y="12"/>
                      <a:pt x="108" y="19"/>
                      <a:pt x="113" y="27"/>
                    </a:cubicBezTo>
                    <a:cubicBezTo>
                      <a:pt x="115" y="30"/>
                      <a:pt x="116" y="33"/>
                      <a:pt x="117" y="35"/>
                    </a:cubicBezTo>
                    <a:cubicBezTo>
                      <a:pt x="119" y="39"/>
                      <a:pt x="119" y="43"/>
                      <a:pt x="120" y="46"/>
                    </a:cubicBezTo>
                    <a:cubicBezTo>
                      <a:pt x="121" y="55"/>
                      <a:pt x="121" y="64"/>
                      <a:pt x="122" y="73"/>
                    </a:cubicBezTo>
                    <a:lnTo>
                      <a:pt x="120" y="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8383563" y="3139360"/>
                <a:ext cx="582235" cy="351706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7" extrusionOk="0">
                    <a:moveTo>
                      <a:pt x="192" y="117"/>
                    </a:moveTo>
                    <a:cubicBezTo>
                      <a:pt x="191" y="94"/>
                      <a:pt x="190" y="70"/>
                      <a:pt x="185" y="47"/>
                    </a:cubicBezTo>
                    <a:cubicBezTo>
                      <a:pt x="183" y="41"/>
                      <a:pt x="182" y="35"/>
                      <a:pt x="179" y="29"/>
                    </a:cubicBezTo>
                    <a:cubicBezTo>
                      <a:pt x="173" y="19"/>
                      <a:pt x="162" y="11"/>
                      <a:pt x="148" y="7"/>
                    </a:cubicBezTo>
                    <a:cubicBezTo>
                      <a:pt x="136" y="3"/>
                      <a:pt x="124" y="3"/>
                      <a:pt x="110" y="2"/>
                    </a:cubicBezTo>
                    <a:cubicBezTo>
                      <a:pt x="103" y="2"/>
                      <a:pt x="94" y="2"/>
                      <a:pt x="87" y="5"/>
                    </a:cubicBezTo>
                    <a:cubicBezTo>
                      <a:pt x="82" y="7"/>
                      <a:pt x="77" y="10"/>
                      <a:pt x="73" y="13"/>
                    </a:cubicBezTo>
                    <a:cubicBezTo>
                      <a:pt x="65" y="19"/>
                      <a:pt x="56" y="25"/>
                      <a:pt x="47" y="32"/>
                    </a:cubicBezTo>
                    <a:cubicBezTo>
                      <a:pt x="37" y="39"/>
                      <a:pt x="27" y="46"/>
                      <a:pt x="18" y="55"/>
                    </a:cubicBezTo>
                    <a:cubicBezTo>
                      <a:pt x="12" y="61"/>
                      <a:pt x="8" y="67"/>
                      <a:pt x="6" y="72"/>
                    </a:cubicBezTo>
                    <a:cubicBezTo>
                      <a:pt x="3" y="80"/>
                      <a:pt x="3" y="89"/>
                      <a:pt x="3" y="97"/>
                    </a:cubicBezTo>
                    <a:cubicBezTo>
                      <a:pt x="2" y="116"/>
                      <a:pt x="2" y="116"/>
                      <a:pt x="2" y="116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1" y="89"/>
                      <a:pt x="1" y="80"/>
                      <a:pt x="4" y="72"/>
                    </a:cubicBezTo>
                    <a:cubicBezTo>
                      <a:pt x="7" y="66"/>
                      <a:pt x="11" y="60"/>
                      <a:pt x="17" y="53"/>
                    </a:cubicBezTo>
                    <a:cubicBezTo>
                      <a:pt x="26" y="45"/>
                      <a:pt x="35" y="37"/>
                      <a:pt x="45" y="30"/>
                    </a:cubicBezTo>
                    <a:cubicBezTo>
                      <a:pt x="54" y="24"/>
                      <a:pt x="64" y="17"/>
                      <a:pt x="72" y="11"/>
                    </a:cubicBezTo>
                    <a:cubicBezTo>
                      <a:pt x="76" y="8"/>
                      <a:pt x="81" y="5"/>
                      <a:pt x="86" y="3"/>
                    </a:cubicBezTo>
                    <a:cubicBezTo>
                      <a:pt x="94" y="0"/>
                      <a:pt x="102" y="0"/>
                      <a:pt x="110" y="0"/>
                    </a:cubicBezTo>
                    <a:cubicBezTo>
                      <a:pt x="124" y="1"/>
                      <a:pt x="137" y="1"/>
                      <a:pt x="149" y="5"/>
                    </a:cubicBezTo>
                    <a:cubicBezTo>
                      <a:pt x="163" y="9"/>
                      <a:pt x="174" y="17"/>
                      <a:pt x="180" y="28"/>
                    </a:cubicBezTo>
                    <a:cubicBezTo>
                      <a:pt x="184" y="34"/>
                      <a:pt x="185" y="41"/>
                      <a:pt x="187" y="47"/>
                    </a:cubicBezTo>
                    <a:cubicBezTo>
                      <a:pt x="192" y="70"/>
                      <a:pt x="193" y="94"/>
                      <a:pt x="194" y="117"/>
                    </a:cubicBezTo>
                    <a:lnTo>
                      <a:pt x="192" y="1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8324453" y="3052173"/>
                <a:ext cx="707844" cy="438893"/>
              </a:xfrm>
              <a:custGeom>
                <a:avLst/>
                <a:gdLst/>
                <a:ahLst/>
                <a:cxnLst/>
                <a:rect l="l" t="t" r="r" b="b"/>
                <a:pathLst>
                  <a:path w="236" h="146" extrusionOk="0">
                    <a:moveTo>
                      <a:pt x="2" y="146"/>
                    </a:moveTo>
                    <a:cubicBezTo>
                      <a:pt x="0" y="146"/>
                      <a:pt x="0" y="146"/>
                      <a:pt x="0" y="146"/>
                    </a:cubicBezTo>
                    <a:cubicBezTo>
                      <a:pt x="0" y="127"/>
                      <a:pt x="2" y="108"/>
                      <a:pt x="4" y="89"/>
                    </a:cubicBezTo>
                    <a:cubicBezTo>
                      <a:pt x="4" y="83"/>
                      <a:pt x="5" y="77"/>
                      <a:pt x="7" y="72"/>
                    </a:cubicBezTo>
                    <a:cubicBezTo>
                      <a:pt x="11" y="57"/>
                      <a:pt x="24" y="44"/>
                      <a:pt x="41" y="34"/>
                    </a:cubicBezTo>
                    <a:cubicBezTo>
                      <a:pt x="53" y="28"/>
                      <a:pt x="66" y="24"/>
                      <a:pt x="78" y="20"/>
                    </a:cubicBezTo>
                    <a:cubicBezTo>
                      <a:pt x="82" y="19"/>
                      <a:pt x="86" y="18"/>
                      <a:pt x="90" y="17"/>
                    </a:cubicBezTo>
                    <a:cubicBezTo>
                      <a:pt x="93" y="15"/>
                      <a:pt x="97" y="14"/>
                      <a:pt x="100" y="13"/>
                    </a:cubicBezTo>
                    <a:cubicBezTo>
                      <a:pt x="112" y="9"/>
                      <a:pt x="124" y="5"/>
                      <a:pt x="136" y="3"/>
                    </a:cubicBezTo>
                    <a:cubicBezTo>
                      <a:pt x="149" y="0"/>
                      <a:pt x="168" y="0"/>
                      <a:pt x="183" y="10"/>
                    </a:cubicBezTo>
                    <a:cubicBezTo>
                      <a:pt x="189" y="14"/>
                      <a:pt x="195" y="19"/>
                      <a:pt x="200" y="24"/>
                    </a:cubicBezTo>
                    <a:cubicBezTo>
                      <a:pt x="209" y="34"/>
                      <a:pt x="219" y="44"/>
                      <a:pt x="225" y="56"/>
                    </a:cubicBezTo>
                    <a:cubicBezTo>
                      <a:pt x="232" y="72"/>
                      <a:pt x="232" y="89"/>
                      <a:pt x="232" y="105"/>
                    </a:cubicBezTo>
                    <a:cubicBezTo>
                      <a:pt x="233" y="118"/>
                      <a:pt x="233" y="131"/>
                      <a:pt x="236" y="143"/>
                    </a:cubicBezTo>
                    <a:cubicBezTo>
                      <a:pt x="234" y="144"/>
                      <a:pt x="234" y="144"/>
                      <a:pt x="234" y="144"/>
                    </a:cubicBezTo>
                    <a:cubicBezTo>
                      <a:pt x="231" y="131"/>
                      <a:pt x="231" y="118"/>
                      <a:pt x="230" y="106"/>
                    </a:cubicBezTo>
                    <a:cubicBezTo>
                      <a:pt x="230" y="89"/>
                      <a:pt x="230" y="72"/>
                      <a:pt x="223" y="57"/>
                    </a:cubicBezTo>
                    <a:cubicBezTo>
                      <a:pt x="217" y="45"/>
                      <a:pt x="208" y="35"/>
                      <a:pt x="198" y="26"/>
                    </a:cubicBezTo>
                    <a:cubicBezTo>
                      <a:pt x="193" y="21"/>
                      <a:pt x="188" y="15"/>
                      <a:pt x="182" y="11"/>
                    </a:cubicBezTo>
                    <a:cubicBezTo>
                      <a:pt x="167" y="2"/>
                      <a:pt x="149" y="2"/>
                      <a:pt x="136" y="4"/>
                    </a:cubicBezTo>
                    <a:cubicBezTo>
                      <a:pt x="124" y="7"/>
                      <a:pt x="112" y="11"/>
                      <a:pt x="101" y="15"/>
                    </a:cubicBezTo>
                    <a:cubicBezTo>
                      <a:pt x="97" y="16"/>
                      <a:pt x="94" y="17"/>
                      <a:pt x="90" y="18"/>
                    </a:cubicBezTo>
                    <a:cubicBezTo>
                      <a:pt x="86" y="20"/>
                      <a:pt x="83" y="21"/>
                      <a:pt x="79" y="22"/>
                    </a:cubicBezTo>
                    <a:cubicBezTo>
                      <a:pt x="66" y="26"/>
                      <a:pt x="54" y="30"/>
                      <a:pt x="42" y="36"/>
                    </a:cubicBezTo>
                    <a:cubicBezTo>
                      <a:pt x="25" y="45"/>
                      <a:pt x="13" y="58"/>
                      <a:pt x="9" y="72"/>
                    </a:cubicBezTo>
                    <a:cubicBezTo>
                      <a:pt x="7" y="78"/>
                      <a:pt x="6" y="83"/>
                      <a:pt x="6" y="89"/>
                    </a:cubicBezTo>
                    <a:cubicBezTo>
                      <a:pt x="4" y="108"/>
                      <a:pt x="2" y="127"/>
                      <a:pt x="2" y="1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354" name="Google Shape;35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1"/>
          <p:cNvGrpSpPr/>
          <p:nvPr/>
        </p:nvGrpSpPr>
        <p:grpSpPr>
          <a:xfrm>
            <a:off x="139610" y="-566284"/>
            <a:ext cx="9326710" cy="6002543"/>
            <a:chOff x="139610" y="-566284"/>
            <a:chExt cx="9326710" cy="6002543"/>
          </a:xfrm>
        </p:grpSpPr>
        <p:grpSp>
          <p:nvGrpSpPr>
            <p:cNvPr id="357" name="Google Shape;357;p21"/>
            <p:cNvGrpSpPr/>
            <p:nvPr/>
          </p:nvGrpSpPr>
          <p:grpSpPr>
            <a:xfrm>
              <a:off x="139610" y="4608504"/>
              <a:ext cx="1150979" cy="827754"/>
              <a:chOff x="7418590" y="3791050"/>
              <a:chExt cx="599968" cy="431504"/>
            </a:xfrm>
          </p:grpSpPr>
          <p:sp>
            <p:nvSpPr>
              <p:cNvPr id="358" name="Google Shape;358;p21"/>
              <p:cNvSpPr/>
              <p:nvPr/>
            </p:nvSpPr>
            <p:spPr>
              <a:xfrm>
                <a:off x="7418590" y="3794005"/>
                <a:ext cx="17733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6" h="140" extrusionOk="0">
                    <a:moveTo>
                      <a:pt x="6" y="140"/>
                    </a:moveTo>
                    <a:cubicBezTo>
                      <a:pt x="4" y="140"/>
                      <a:pt x="4" y="140"/>
                      <a:pt x="4" y="140"/>
                    </a:cubicBezTo>
                    <a:cubicBezTo>
                      <a:pt x="4" y="93"/>
                      <a:pt x="3" y="47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5" y="47"/>
                      <a:pt x="6" y="93"/>
                      <a:pt x="6" y="1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9" name="Google Shape;359;p21"/>
              <p:cNvSpPr/>
              <p:nvPr/>
            </p:nvSpPr>
            <p:spPr>
              <a:xfrm>
                <a:off x="7445189" y="3796961"/>
                <a:ext cx="17733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6" h="141" extrusionOk="0">
                    <a:moveTo>
                      <a:pt x="3" y="141"/>
                    </a:moveTo>
                    <a:cubicBezTo>
                      <a:pt x="2" y="123"/>
                      <a:pt x="3" y="105"/>
                      <a:pt x="3" y="87"/>
                    </a:cubicBezTo>
                    <a:cubicBezTo>
                      <a:pt x="4" y="67"/>
                      <a:pt x="4" y="46"/>
                      <a:pt x="2" y="26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16"/>
                      <a:pt x="0" y="8"/>
                      <a:pt x="2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2" y="8"/>
                      <a:pt x="3" y="16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6" y="46"/>
                      <a:pt x="6" y="67"/>
                      <a:pt x="5" y="87"/>
                    </a:cubicBezTo>
                    <a:cubicBezTo>
                      <a:pt x="5" y="105"/>
                      <a:pt x="4" y="123"/>
                      <a:pt x="5" y="140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60" name="Google Shape;360;p21"/>
              <p:cNvSpPr/>
              <p:nvPr/>
            </p:nvSpPr>
            <p:spPr>
              <a:xfrm>
                <a:off x="7486566" y="3794005"/>
                <a:ext cx="20689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7" h="141" extrusionOk="0">
                    <a:moveTo>
                      <a:pt x="1" y="141"/>
                    </a:moveTo>
                    <a:cubicBezTo>
                      <a:pt x="0" y="120"/>
                      <a:pt x="1" y="100"/>
                      <a:pt x="2" y="80"/>
                    </a:cubicBezTo>
                    <a:cubicBezTo>
                      <a:pt x="3" y="54"/>
                      <a:pt x="5" y="27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27"/>
                      <a:pt x="5" y="54"/>
                      <a:pt x="4" y="80"/>
                    </a:cubicBezTo>
                    <a:cubicBezTo>
                      <a:pt x="3" y="100"/>
                      <a:pt x="2" y="120"/>
                      <a:pt x="3" y="141"/>
                    </a:cubicBezTo>
                    <a:lnTo>
                      <a:pt x="1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61" name="Google Shape;361;p21"/>
              <p:cNvSpPr/>
              <p:nvPr/>
            </p:nvSpPr>
            <p:spPr>
              <a:xfrm>
                <a:off x="7535332" y="3791050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1" y="95"/>
                      <a:pt x="2" y="47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47"/>
                      <a:pt x="3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62" name="Google Shape;362;p21"/>
              <p:cNvSpPr/>
              <p:nvPr/>
            </p:nvSpPr>
            <p:spPr>
              <a:xfrm>
                <a:off x="7567843" y="3791050"/>
                <a:ext cx="26600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9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5" y="95"/>
                      <a:pt x="7" y="47"/>
                      <a:pt x="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9" y="47"/>
                      <a:pt x="7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63" name="Google Shape;363;p21"/>
              <p:cNvSpPr/>
              <p:nvPr/>
            </p:nvSpPr>
            <p:spPr>
              <a:xfrm>
                <a:off x="7597398" y="3794005"/>
                <a:ext cx="19211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6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0" y="95"/>
                      <a:pt x="2" y="47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7"/>
                      <a:pt x="2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64" name="Google Shape;364;p21"/>
              <p:cNvSpPr/>
              <p:nvPr/>
            </p:nvSpPr>
            <p:spPr>
              <a:xfrm>
                <a:off x="7643208" y="3794005"/>
                <a:ext cx="29555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2" extrusionOk="0">
                    <a:moveTo>
                      <a:pt x="5" y="142"/>
                    </a:moveTo>
                    <a:cubicBezTo>
                      <a:pt x="0" y="123"/>
                      <a:pt x="3" y="104"/>
                      <a:pt x="5" y="85"/>
                    </a:cubicBezTo>
                    <a:cubicBezTo>
                      <a:pt x="7" y="72"/>
                      <a:pt x="8" y="59"/>
                      <a:pt x="8" y="47"/>
                    </a:cubicBezTo>
                    <a:cubicBezTo>
                      <a:pt x="8" y="39"/>
                      <a:pt x="7" y="31"/>
                      <a:pt x="6" y="23"/>
                    </a:cubicBezTo>
                    <a:cubicBezTo>
                      <a:pt x="5" y="16"/>
                      <a:pt x="4" y="8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8"/>
                      <a:pt x="7" y="16"/>
                      <a:pt x="8" y="23"/>
                    </a:cubicBezTo>
                    <a:cubicBezTo>
                      <a:pt x="9" y="31"/>
                      <a:pt x="10" y="39"/>
                      <a:pt x="10" y="47"/>
                    </a:cubicBezTo>
                    <a:cubicBezTo>
                      <a:pt x="10" y="59"/>
                      <a:pt x="9" y="72"/>
                      <a:pt x="7" y="85"/>
                    </a:cubicBezTo>
                    <a:cubicBezTo>
                      <a:pt x="5" y="104"/>
                      <a:pt x="2" y="123"/>
                      <a:pt x="7" y="142"/>
                    </a:cubicBezTo>
                    <a:lnTo>
                      <a:pt x="5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65" name="Google Shape;365;p21"/>
              <p:cNvSpPr/>
              <p:nvPr/>
            </p:nvSpPr>
            <p:spPr>
              <a:xfrm>
                <a:off x="768458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0" y="142"/>
                    </a:moveTo>
                    <a:cubicBezTo>
                      <a:pt x="0" y="95"/>
                      <a:pt x="1" y="47"/>
                      <a:pt x="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47"/>
                      <a:pt x="2" y="95"/>
                      <a:pt x="2" y="142"/>
                    </a:cubicBezTo>
                    <a:lnTo>
                      <a:pt x="0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66" name="Google Shape;366;p21"/>
              <p:cNvSpPr/>
              <p:nvPr/>
            </p:nvSpPr>
            <p:spPr>
              <a:xfrm>
                <a:off x="7727440" y="3794005"/>
                <a:ext cx="11822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4" h="141" extrusionOk="0">
                    <a:moveTo>
                      <a:pt x="3" y="141"/>
                    </a:moveTo>
                    <a:cubicBezTo>
                      <a:pt x="1" y="141"/>
                      <a:pt x="1" y="141"/>
                      <a:pt x="1" y="141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2" y="38"/>
                      <a:pt x="2" y="19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19"/>
                      <a:pt x="4" y="38"/>
                      <a:pt x="4" y="57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67" name="Google Shape;367;p21"/>
              <p:cNvSpPr/>
              <p:nvPr/>
            </p:nvSpPr>
            <p:spPr>
              <a:xfrm>
                <a:off x="775699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3" y="142"/>
                    </a:moveTo>
                    <a:cubicBezTo>
                      <a:pt x="1" y="142"/>
                      <a:pt x="1" y="142"/>
                      <a:pt x="1" y="142"/>
                    </a:cubicBezTo>
                    <a:cubicBezTo>
                      <a:pt x="2" y="95"/>
                      <a:pt x="2" y="47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47"/>
                      <a:pt x="4" y="95"/>
                      <a:pt x="3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68" name="Google Shape;368;p21"/>
              <p:cNvSpPr/>
              <p:nvPr/>
            </p:nvSpPr>
            <p:spPr>
              <a:xfrm>
                <a:off x="7795417" y="3794005"/>
                <a:ext cx="13300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9" h="284" extrusionOk="0">
                    <a:moveTo>
                      <a:pt x="4" y="284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9" y="284"/>
                    </a:lnTo>
                    <a:lnTo>
                      <a:pt x="4" y="2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69" name="Google Shape;369;p21"/>
              <p:cNvSpPr/>
              <p:nvPr/>
            </p:nvSpPr>
            <p:spPr>
              <a:xfrm>
                <a:off x="7829405" y="3794005"/>
                <a:ext cx="29555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1" extrusionOk="0">
                    <a:moveTo>
                      <a:pt x="3" y="141"/>
                    </a:moveTo>
                    <a:cubicBezTo>
                      <a:pt x="0" y="94"/>
                      <a:pt x="2" y="47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47"/>
                      <a:pt x="2" y="94"/>
                      <a:pt x="5" y="141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7856005" y="3799916"/>
                <a:ext cx="20689" cy="416727"/>
              </a:xfrm>
              <a:custGeom>
                <a:avLst/>
                <a:gdLst/>
                <a:ahLst/>
                <a:cxnLst/>
                <a:rect l="l" t="t" r="r" b="b"/>
                <a:pathLst>
                  <a:path w="7" h="139" extrusionOk="0">
                    <a:moveTo>
                      <a:pt x="2" y="139"/>
                    </a:moveTo>
                    <a:cubicBezTo>
                      <a:pt x="0" y="139"/>
                      <a:pt x="0" y="139"/>
                      <a:pt x="0" y="139"/>
                    </a:cubicBezTo>
                    <a:cubicBezTo>
                      <a:pt x="1" y="93"/>
                      <a:pt x="2" y="46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46"/>
                      <a:pt x="3" y="93"/>
                      <a:pt x="2" y="1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904771" y="3796961"/>
                <a:ext cx="14778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5" h="141" extrusionOk="0">
                    <a:moveTo>
                      <a:pt x="2" y="141"/>
                    </a:moveTo>
                    <a:cubicBezTo>
                      <a:pt x="0" y="141"/>
                      <a:pt x="0" y="141"/>
                      <a:pt x="0" y="141"/>
                    </a:cubicBezTo>
                    <a:cubicBezTo>
                      <a:pt x="2" y="94"/>
                      <a:pt x="3" y="47"/>
                      <a:pt x="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47"/>
                      <a:pt x="4" y="94"/>
                      <a:pt x="2" y="1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7946148" y="3796961"/>
                <a:ext cx="32511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11" h="140" extrusionOk="0">
                    <a:moveTo>
                      <a:pt x="9" y="140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21"/>
                      <a:pt x="3" y="16"/>
                      <a:pt x="2" y="10"/>
                    </a:cubicBezTo>
                    <a:cubicBezTo>
                      <a:pt x="1" y="10"/>
                      <a:pt x="1" y="9"/>
                      <a:pt x="1" y="8"/>
                    </a:cubicBezTo>
                    <a:cubicBezTo>
                      <a:pt x="0" y="6"/>
                      <a:pt x="0" y="3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5"/>
                      <a:pt x="3" y="8"/>
                    </a:cubicBezTo>
                    <a:cubicBezTo>
                      <a:pt x="3" y="9"/>
                      <a:pt x="3" y="9"/>
                      <a:pt x="3" y="10"/>
                    </a:cubicBezTo>
                    <a:cubicBezTo>
                      <a:pt x="5" y="15"/>
                      <a:pt x="5" y="21"/>
                      <a:pt x="5" y="27"/>
                    </a:cubicBezTo>
                    <a:cubicBezTo>
                      <a:pt x="11" y="140"/>
                      <a:pt x="11" y="140"/>
                      <a:pt x="11" y="140"/>
                    </a:cubicBezTo>
                    <a:lnTo>
                      <a:pt x="9" y="14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8006736" y="3796961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19"/>
                      <a:pt x="1" y="94"/>
                      <a:pt x="1" y="71"/>
                    </a:cubicBezTo>
                    <a:cubicBezTo>
                      <a:pt x="2" y="48"/>
                      <a:pt x="2" y="24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24"/>
                      <a:pt x="4" y="48"/>
                      <a:pt x="3" y="71"/>
                    </a:cubicBezTo>
                    <a:cubicBezTo>
                      <a:pt x="3" y="94"/>
                      <a:pt x="2" y="118"/>
                      <a:pt x="4" y="142"/>
                    </a:cubicBezTo>
                    <a:lnTo>
                      <a:pt x="2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74" name="Google Shape;374;p21"/>
            <p:cNvGrpSpPr/>
            <p:nvPr/>
          </p:nvGrpSpPr>
          <p:grpSpPr>
            <a:xfrm>
              <a:off x="8428899" y="-566284"/>
              <a:ext cx="1037421" cy="1101296"/>
              <a:chOff x="4839909" y="3994980"/>
              <a:chExt cx="696022" cy="738877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4839909" y="3994980"/>
                <a:ext cx="696022" cy="738877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46" extrusionOk="0">
                    <a:moveTo>
                      <a:pt x="106" y="246"/>
                    </a:moveTo>
                    <a:cubicBezTo>
                      <a:pt x="91" y="246"/>
                      <a:pt x="80" y="244"/>
                      <a:pt x="70" y="239"/>
                    </a:cubicBezTo>
                    <a:cubicBezTo>
                      <a:pt x="62" y="235"/>
                      <a:pt x="55" y="229"/>
                      <a:pt x="48" y="222"/>
                    </a:cubicBezTo>
                    <a:cubicBezTo>
                      <a:pt x="32" y="208"/>
                      <a:pt x="15" y="192"/>
                      <a:pt x="8" y="170"/>
                    </a:cubicBezTo>
                    <a:cubicBezTo>
                      <a:pt x="3" y="155"/>
                      <a:pt x="3" y="139"/>
                      <a:pt x="4" y="123"/>
                    </a:cubicBezTo>
                    <a:cubicBezTo>
                      <a:pt x="4" y="122"/>
                      <a:pt x="4" y="122"/>
                      <a:pt x="4" y="122"/>
                    </a:cubicBezTo>
                    <a:cubicBezTo>
                      <a:pt x="5" y="76"/>
                      <a:pt x="4" y="42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6" y="42"/>
                      <a:pt x="7" y="76"/>
                      <a:pt x="6" y="122"/>
                    </a:cubicBezTo>
                    <a:cubicBezTo>
                      <a:pt x="6" y="123"/>
                      <a:pt x="6" y="123"/>
                      <a:pt x="6" y="123"/>
                    </a:cubicBezTo>
                    <a:cubicBezTo>
                      <a:pt x="5" y="139"/>
                      <a:pt x="5" y="155"/>
                      <a:pt x="10" y="170"/>
                    </a:cubicBezTo>
                    <a:cubicBezTo>
                      <a:pt x="17" y="191"/>
                      <a:pt x="34" y="207"/>
                      <a:pt x="49" y="221"/>
                    </a:cubicBezTo>
                    <a:cubicBezTo>
                      <a:pt x="56" y="227"/>
                      <a:pt x="63" y="233"/>
                      <a:pt x="71" y="238"/>
                    </a:cubicBezTo>
                    <a:cubicBezTo>
                      <a:pt x="81" y="242"/>
                      <a:pt x="92" y="244"/>
                      <a:pt x="107" y="244"/>
                    </a:cubicBezTo>
                    <a:cubicBezTo>
                      <a:pt x="129" y="244"/>
                      <a:pt x="150" y="240"/>
                      <a:pt x="168" y="231"/>
                    </a:cubicBezTo>
                    <a:cubicBezTo>
                      <a:pt x="187" y="221"/>
                      <a:pt x="203" y="206"/>
                      <a:pt x="212" y="188"/>
                    </a:cubicBezTo>
                    <a:cubicBezTo>
                      <a:pt x="222" y="171"/>
                      <a:pt x="224" y="150"/>
                      <a:pt x="226" y="131"/>
                    </a:cubicBezTo>
                    <a:cubicBezTo>
                      <a:pt x="230" y="88"/>
                      <a:pt x="229" y="43"/>
                      <a:pt x="228" y="0"/>
                    </a:cubicBezTo>
                    <a:cubicBezTo>
                      <a:pt x="230" y="0"/>
                      <a:pt x="230" y="0"/>
                      <a:pt x="230" y="0"/>
                    </a:cubicBezTo>
                    <a:cubicBezTo>
                      <a:pt x="231" y="43"/>
                      <a:pt x="232" y="88"/>
                      <a:pt x="228" y="131"/>
                    </a:cubicBezTo>
                    <a:cubicBezTo>
                      <a:pt x="226" y="151"/>
                      <a:pt x="224" y="171"/>
                      <a:pt x="214" y="189"/>
                    </a:cubicBezTo>
                    <a:cubicBezTo>
                      <a:pt x="205" y="207"/>
                      <a:pt x="189" y="223"/>
                      <a:pt x="169" y="233"/>
                    </a:cubicBezTo>
                    <a:cubicBezTo>
                      <a:pt x="151" y="242"/>
                      <a:pt x="129" y="246"/>
                      <a:pt x="107" y="246"/>
                    </a:cubicBezTo>
                    <a:cubicBezTo>
                      <a:pt x="107" y="246"/>
                      <a:pt x="106" y="246"/>
                      <a:pt x="106" y="2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4875375" y="4006802"/>
                <a:ext cx="616223" cy="678289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6" extrusionOk="0">
                    <a:moveTo>
                      <a:pt x="90" y="226"/>
                    </a:moveTo>
                    <a:cubicBezTo>
                      <a:pt x="85" y="226"/>
                      <a:pt x="80" y="225"/>
                      <a:pt x="76" y="223"/>
                    </a:cubicBezTo>
                    <a:cubicBezTo>
                      <a:pt x="71" y="222"/>
                      <a:pt x="66" y="219"/>
                      <a:pt x="61" y="216"/>
                    </a:cubicBezTo>
                    <a:cubicBezTo>
                      <a:pt x="49" y="209"/>
                      <a:pt x="36" y="202"/>
                      <a:pt x="26" y="191"/>
                    </a:cubicBezTo>
                    <a:cubicBezTo>
                      <a:pt x="17" y="181"/>
                      <a:pt x="11" y="168"/>
                      <a:pt x="8" y="152"/>
                    </a:cubicBezTo>
                    <a:cubicBezTo>
                      <a:pt x="5" y="138"/>
                      <a:pt x="4" y="123"/>
                      <a:pt x="4" y="10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6" y="109"/>
                      <a:pt x="6" y="109"/>
                      <a:pt x="6" y="109"/>
                    </a:cubicBezTo>
                    <a:cubicBezTo>
                      <a:pt x="6" y="123"/>
                      <a:pt x="7" y="138"/>
                      <a:pt x="10" y="152"/>
                    </a:cubicBezTo>
                    <a:cubicBezTo>
                      <a:pt x="13" y="167"/>
                      <a:pt x="19" y="180"/>
                      <a:pt x="28" y="190"/>
                    </a:cubicBezTo>
                    <a:cubicBezTo>
                      <a:pt x="37" y="201"/>
                      <a:pt x="50" y="208"/>
                      <a:pt x="62" y="215"/>
                    </a:cubicBezTo>
                    <a:cubicBezTo>
                      <a:pt x="67" y="217"/>
                      <a:pt x="72" y="220"/>
                      <a:pt x="77" y="222"/>
                    </a:cubicBezTo>
                    <a:cubicBezTo>
                      <a:pt x="86" y="224"/>
                      <a:pt x="96" y="224"/>
                      <a:pt x="108" y="221"/>
                    </a:cubicBezTo>
                    <a:cubicBezTo>
                      <a:pt x="118" y="218"/>
                      <a:pt x="127" y="213"/>
                      <a:pt x="137" y="208"/>
                    </a:cubicBezTo>
                    <a:cubicBezTo>
                      <a:pt x="162" y="196"/>
                      <a:pt x="162" y="196"/>
                      <a:pt x="162" y="196"/>
                    </a:cubicBezTo>
                    <a:cubicBezTo>
                      <a:pt x="169" y="192"/>
                      <a:pt x="178" y="187"/>
                      <a:pt x="184" y="180"/>
                    </a:cubicBezTo>
                    <a:cubicBezTo>
                      <a:pt x="190" y="172"/>
                      <a:pt x="192" y="162"/>
                      <a:pt x="194" y="153"/>
                    </a:cubicBezTo>
                    <a:cubicBezTo>
                      <a:pt x="201" y="115"/>
                      <a:pt x="203" y="75"/>
                      <a:pt x="199" y="37"/>
                    </a:cubicBezTo>
                    <a:cubicBezTo>
                      <a:pt x="199" y="35"/>
                      <a:pt x="199" y="33"/>
                      <a:pt x="198" y="31"/>
                    </a:cubicBezTo>
                    <a:cubicBezTo>
                      <a:pt x="197" y="21"/>
                      <a:pt x="196" y="10"/>
                      <a:pt x="197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8" y="10"/>
                      <a:pt x="199" y="21"/>
                      <a:pt x="200" y="31"/>
                    </a:cubicBezTo>
                    <a:cubicBezTo>
                      <a:pt x="201" y="33"/>
                      <a:pt x="201" y="35"/>
                      <a:pt x="201" y="36"/>
                    </a:cubicBezTo>
                    <a:cubicBezTo>
                      <a:pt x="205" y="75"/>
                      <a:pt x="203" y="115"/>
                      <a:pt x="196" y="153"/>
                    </a:cubicBezTo>
                    <a:cubicBezTo>
                      <a:pt x="194" y="163"/>
                      <a:pt x="192" y="173"/>
                      <a:pt x="185" y="181"/>
                    </a:cubicBezTo>
                    <a:cubicBezTo>
                      <a:pt x="179" y="189"/>
                      <a:pt x="170" y="193"/>
                      <a:pt x="162" y="197"/>
                    </a:cubicBezTo>
                    <a:cubicBezTo>
                      <a:pt x="138" y="210"/>
                      <a:pt x="138" y="210"/>
                      <a:pt x="138" y="210"/>
                    </a:cubicBezTo>
                    <a:cubicBezTo>
                      <a:pt x="128" y="215"/>
                      <a:pt x="119" y="220"/>
                      <a:pt x="108" y="223"/>
                    </a:cubicBezTo>
                    <a:cubicBezTo>
                      <a:pt x="102" y="225"/>
                      <a:pt x="96" y="226"/>
                      <a:pt x="90" y="22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4921185" y="4003846"/>
                <a:ext cx="509825" cy="617701"/>
              </a:xfrm>
              <a:custGeom>
                <a:avLst/>
                <a:gdLst/>
                <a:ahLst/>
                <a:cxnLst/>
                <a:rect l="l" t="t" r="r" b="b"/>
                <a:pathLst>
                  <a:path w="170" h="206" extrusionOk="0">
                    <a:moveTo>
                      <a:pt x="83" y="206"/>
                    </a:moveTo>
                    <a:cubicBezTo>
                      <a:pt x="79" y="206"/>
                      <a:pt x="75" y="206"/>
                      <a:pt x="71" y="205"/>
                    </a:cubicBezTo>
                    <a:cubicBezTo>
                      <a:pt x="53" y="203"/>
                      <a:pt x="36" y="194"/>
                      <a:pt x="25" y="182"/>
                    </a:cubicBezTo>
                    <a:cubicBezTo>
                      <a:pt x="10" y="164"/>
                      <a:pt x="6" y="138"/>
                      <a:pt x="4" y="114"/>
                    </a:cubicBezTo>
                    <a:cubicBezTo>
                      <a:pt x="1" y="79"/>
                      <a:pt x="1" y="43"/>
                      <a:pt x="0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3" y="43"/>
                      <a:pt x="3" y="79"/>
                      <a:pt x="6" y="114"/>
                    </a:cubicBezTo>
                    <a:cubicBezTo>
                      <a:pt x="8" y="138"/>
                      <a:pt x="12" y="163"/>
                      <a:pt x="27" y="180"/>
                    </a:cubicBezTo>
                    <a:cubicBezTo>
                      <a:pt x="38" y="193"/>
                      <a:pt x="54" y="201"/>
                      <a:pt x="72" y="203"/>
                    </a:cubicBezTo>
                    <a:cubicBezTo>
                      <a:pt x="87" y="206"/>
                      <a:pt x="105" y="203"/>
                      <a:pt x="122" y="197"/>
                    </a:cubicBezTo>
                    <a:cubicBezTo>
                      <a:pt x="135" y="192"/>
                      <a:pt x="144" y="186"/>
                      <a:pt x="150" y="179"/>
                    </a:cubicBezTo>
                    <a:cubicBezTo>
                      <a:pt x="161" y="166"/>
                      <a:pt x="163" y="148"/>
                      <a:pt x="165" y="130"/>
                    </a:cubicBezTo>
                    <a:cubicBezTo>
                      <a:pt x="168" y="87"/>
                      <a:pt x="168" y="43"/>
                      <a:pt x="165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70" y="43"/>
                      <a:pt x="170" y="87"/>
                      <a:pt x="167" y="130"/>
                    </a:cubicBezTo>
                    <a:cubicBezTo>
                      <a:pt x="165" y="148"/>
                      <a:pt x="163" y="167"/>
                      <a:pt x="152" y="180"/>
                    </a:cubicBezTo>
                    <a:cubicBezTo>
                      <a:pt x="145" y="188"/>
                      <a:pt x="136" y="194"/>
                      <a:pt x="123" y="199"/>
                    </a:cubicBezTo>
                    <a:cubicBezTo>
                      <a:pt x="110" y="204"/>
                      <a:pt x="96" y="206"/>
                      <a:pt x="83" y="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4968473" y="4003846"/>
                <a:ext cx="406382" cy="57632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92" extrusionOk="0">
                    <a:moveTo>
                      <a:pt x="67" y="192"/>
                    </a:moveTo>
                    <a:cubicBezTo>
                      <a:pt x="62" y="192"/>
                      <a:pt x="57" y="191"/>
                      <a:pt x="52" y="189"/>
                    </a:cubicBezTo>
                    <a:cubicBezTo>
                      <a:pt x="47" y="188"/>
                      <a:pt x="41" y="185"/>
                      <a:pt x="35" y="180"/>
                    </a:cubicBezTo>
                    <a:cubicBezTo>
                      <a:pt x="26" y="174"/>
                      <a:pt x="19" y="166"/>
                      <a:pt x="15" y="158"/>
                    </a:cubicBezTo>
                    <a:cubicBezTo>
                      <a:pt x="7" y="145"/>
                      <a:pt x="5" y="129"/>
                      <a:pt x="4" y="113"/>
                    </a:cubicBezTo>
                    <a:cubicBezTo>
                      <a:pt x="1" y="79"/>
                      <a:pt x="0" y="44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44"/>
                      <a:pt x="3" y="79"/>
                      <a:pt x="6" y="113"/>
                    </a:cubicBezTo>
                    <a:cubicBezTo>
                      <a:pt x="7" y="129"/>
                      <a:pt x="9" y="144"/>
                      <a:pt x="17" y="157"/>
                    </a:cubicBezTo>
                    <a:cubicBezTo>
                      <a:pt x="21" y="165"/>
                      <a:pt x="28" y="172"/>
                      <a:pt x="37" y="179"/>
                    </a:cubicBezTo>
                    <a:cubicBezTo>
                      <a:pt x="42" y="183"/>
                      <a:pt x="47" y="186"/>
                      <a:pt x="52" y="187"/>
                    </a:cubicBezTo>
                    <a:cubicBezTo>
                      <a:pt x="64" y="191"/>
                      <a:pt x="77" y="189"/>
                      <a:pt x="87" y="187"/>
                    </a:cubicBezTo>
                    <a:cubicBezTo>
                      <a:pt x="98" y="185"/>
                      <a:pt x="113" y="180"/>
                      <a:pt x="122" y="170"/>
                    </a:cubicBezTo>
                    <a:cubicBezTo>
                      <a:pt x="131" y="158"/>
                      <a:pt x="132" y="142"/>
                      <a:pt x="133" y="125"/>
                    </a:cubicBezTo>
                    <a:cubicBezTo>
                      <a:pt x="133" y="84"/>
                      <a:pt x="133" y="42"/>
                      <a:pt x="13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42"/>
                      <a:pt x="135" y="84"/>
                      <a:pt x="135" y="125"/>
                    </a:cubicBezTo>
                    <a:cubicBezTo>
                      <a:pt x="134" y="142"/>
                      <a:pt x="133" y="159"/>
                      <a:pt x="123" y="171"/>
                    </a:cubicBezTo>
                    <a:cubicBezTo>
                      <a:pt x="114" y="182"/>
                      <a:pt x="98" y="187"/>
                      <a:pt x="87" y="189"/>
                    </a:cubicBezTo>
                    <a:cubicBezTo>
                      <a:pt x="81" y="190"/>
                      <a:pt x="75" y="192"/>
                      <a:pt x="67" y="1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5017239" y="4003846"/>
                <a:ext cx="323628" cy="530514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77" extrusionOk="0">
                    <a:moveTo>
                      <a:pt x="54" y="177"/>
                    </a:moveTo>
                    <a:cubicBezTo>
                      <a:pt x="52" y="177"/>
                      <a:pt x="51" y="176"/>
                      <a:pt x="49" y="176"/>
                    </a:cubicBezTo>
                    <a:cubicBezTo>
                      <a:pt x="34" y="175"/>
                      <a:pt x="20" y="166"/>
                      <a:pt x="14" y="154"/>
                    </a:cubicBezTo>
                    <a:cubicBezTo>
                      <a:pt x="9" y="145"/>
                      <a:pt x="8" y="133"/>
                      <a:pt x="7" y="124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1" y="35"/>
                      <a:pt x="0" y="22"/>
                      <a:pt x="2" y="9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2" y="22"/>
                      <a:pt x="3" y="35"/>
                      <a:pt x="4" y="48"/>
                    </a:cubicBezTo>
                    <a:cubicBezTo>
                      <a:pt x="9" y="123"/>
                      <a:pt x="9" y="123"/>
                      <a:pt x="9" y="123"/>
                    </a:cubicBezTo>
                    <a:cubicBezTo>
                      <a:pt x="10" y="133"/>
                      <a:pt x="11" y="144"/>
                      <a:pt x="16" y="153"/>
                    </a:cubicBezTo>
                    <a:cubicBezTo>
                      <a:pt x="22" y="165"/>
                      <a:pt x="35" y="173"/>
                      <a:pt x="49" y="174"/>
                    </a:cubicBezTo>
                    <a:cubicBezTo>
                      <a:pt x="62" y="176"/>
                      <a:pt x="76" y="172"/>
                      <a:pt x="88" y="163"/>
                    </a:cubicBezTo>
                    <a:cubicBezTo>
                      <a:pt x="93" y="160"/>
                      <a:pt x="96" y="157"/>
                      <a:pt x="98" y="154"/>
                    </a:cubicBezTo>
                    <a:cubicBezTo>
                      <a:pt x="104" y="145"/>
                      <a:pt x="105" y="134"/>
                      <a:pt x="105" y="123"/>
                    </a:cubicBezTo>
                    <a:cubicBezTo>
                      <a:pt x="106" y="82"/>
                      <a:pt x="105" y="41"/>
                      <a:pt x="101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7" y="41"/>
                      <a:pt x="108" y="82"/>
                      <a:pt x="107" y="123"/>
                    </a:cubicBezTo>
                    <a:cubicBezTo>
                      <a:pt x="107" y="134"/>
                      <a:pt x="106" y="146"/>
                      <a:pt x="100" y="155"/>
                    </a:cubicBezTo>
                    <a:cubicBezTo>
                      <a:pt x="97" y="158"/>
                      <a:pt x="94" y="162"/>
                      <a:pt x="89" y="165"/>
                    </a:cubicBezTo>
                    <a:cubicBezTo>
                      <a:pt x="78" y="172"/>
                      <a:pt x="66" y="177"/>
                      <a:pt x="54" y="1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5064527" y="4009757"/>
                <a:ext cx="226096" cy="471403"/>
              </a:xfrm>
              <a:custGeom>
                <a:avLst/>
                <a:gdLst/>
                <a:ahLst/>
                <a:cxnLst/>
                <a:rect l="l" t="t" r="r" b="b"/>
                <a:pathLst>
                  <a:path w="75" h="157" extrusionOk="0">
                    <a:moveTo>
                      <a:pt x="43" y="157"/>
                    </a:moveTo>
                    <a:cubicBezTo>
                      <a:pt x="40" y="157"/>
                      <a:pt x="36" y="157"/>
                      <a:pt x="33" y="155"/>
                    </a:cubicBezTo>
                    <a:cubicBezTo>
                      <a:pt x="24" y="152"/>
                      <a:pt x="16" y="145"/>
                      <a:pt x="13" y="136"/>
                    </a:cubicBezTo>
                    <a:cubicBezTo>
                      <a:pt x="11" y="131"/>
                      <a:pt x="10" y="124"/>
                      <a:pt x="10" y="118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12" y="118"/>
                      <a:pt x="12" y="118"/>
                      <a:pt x="12" y="118"/>
                    </a:cubicBezTo>
                    <a:cubicBezTo>
                      <a:pt x="12" y="124"/>
                      <a:pt x="13" y="130"/>
                      <a:pt x="15" y="136"/>
                    </a:cubicBezTo>
                    <a:cubicBezTo>
                      <a:pt x="18" y="144"/>
                      <a:pt x="25" y="151"/>
                      <a:pt x="34" y="154"/>
                    </a:cubicBezTo>
                    <a:cubicBezTo>
                      <a:pt x="42" y="156"/>
                      <a:pt x="52" y="155"/>
                      <a:pt x="60" y="150"/>
                    </a:cubicBezTo>
                    <a:cubicBezTo>
                      <a:pt x="64" y="147"/>
                      <a:pt x="68" y="144"/>
                      <a:pt x="70" y="139"/>
                    </a:cubicBezTo>
                    <a:cubicBezTo>
                      <a:pt x="72" y="134"/>
                      <a:pt x="72" y="128"/>
                      <a:pt x="72" y="123"/>
                    </a:cubicBezTo>
                    <a:cubicBezTo>
                      <a:pt x="73" y="104"/>
                      <a:pt x="73" y="104"/>
                      <a:pt x="73" y="104"/>
                    </a:cubicBezTo>
                    <a:cubicBezTo>
                      <a:pt x="73" y="95"/>
                      <a:pt x="73" y="85"/>
                      <a:pt x="73" y="76"/>
                    </a:cubicBezTo>
                    <a:cubicBezTo>
                      <a:pt x="73" y="51"/>
                      <a:pt x="70" y="25"/>
                      <a:pt x="67" y="1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72" y="25"/>
                      <a:pt x="75" y="51"/>
                      <a:pt x="75" y="76"/>
                    </a:cubicBezTo>
                    <a:cubicBezTo>
                      <a:pt x="75" y="85"/>
                      <a:pt x="75" y="95"/>
                      <a:pt x="75" y="104"/>
                    </a:cubicBezTo>
                    <a:cubicBezTo>
                      <a:pt x="74" y="123"/>
                      <a:pt x="74" y="123"/>
                      <a:pt x="74" y="123"/>
                    </a:cubicBezTo>
                    <a:cubicBezTo>
                      <a:pt x="74" y="129"/>
                      <a:pt x="74" y="135"/>
                      <a:pt x="71" y="140"/>
                    </a:cubicBezTo>
                    <a:cubicBezTo>
                      <a:pt x="69" y="145"/>
                      <a:pt x="66" y="149"/>
                      <a:pt x="61" y="152"/>
                    </a:cubicBezTo>
                    <a:cubicBezTo>
                      <a:pt x="56" y="155"/>
                      <a:pt x="49" y="157"/>
                      <a:pt x="43" y="1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5104427" y="4033402"/>
                <a:ext cx="152209" cy="396038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2" extrusionOk="0">
                    <a:moveTo>
                      <a:pt x="31" y="132"/>
                    </a:moveTo>
                    <a:cubicBezTo>
                      <a:pt x="29" y="132"/>
                      <a:pt x="28" y="132"/>
                      <a:pt x="26" y="132"/>
                    </a:cubicBezTo>
                    <a:cubicBezTo>
                      <a:pt x="18" y="130"/>
                      <a:pt x="11" y="124"/>
                      <a:pt x="8" y="115"/>
                    </a:cubicBezTo>
                    <a:cubicBezTo>
                      <a:pt x="6" y="109"/>
                      <a:pt x="5" y="104"/>
                      <a:pt x="5" y="98"/>
                    </a:cubicBezTo>
                    <a:cubicBezTo>
                      <a:pt x="1" y="67"/>
                      <a:pt x="0" y="35"/>
                      <a:pt x="0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5"/>
                      <a:pt x="3" y="67"/>
                      <a:pt x="7" y="98"/>
                    </a:cubicBezTo>
                    <a:cubicBezTo>
                      <a:pt x="7" y="104"/>
                      <a:pt x="8" y="109"/>
                      <a:pt x="10" y="114"/>
                    </a:cubicBezTo>
                    <a:cubicBezTo>
                      <a:pt x="13" y="122"/>
                      <a:pt x="19" y="128"/>
                      <a:pt x="27" y="130"/>
                    </a:cubicBezTo>
                    <a:cubicBezTo>
                      <a:pt x="35" y="132"/>
                      <a:pt x="44" y="127"/>
                      <a:pt x="47" y="120"/>
                    </a:cubicBezTo>
                    <a:cubicBezTo>
                      <a:pt x="47" y="117"/>
                      <a:pt x="48" y="114"/>
                      <a:pt x="48" y="112"/>
                    </a:cubicBezTo>
                    <a:cubicBezTo>
                      <a:pt x="49" y="75"/>
                      <a:pt x="48" y="37"/>
                      <a:pt x="44" y="1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0" y="37"/>
                      <a:pt x="51" y="75"/>
                      <a:pt x="50" y="112"/>
                    </a:cubicBezTo>
                    <a:cubicBezTo>
                      <a:pt x="50" y="114"/>
                      <a:pt x="49" y="118"/>
                      <a:pt x="48" y="121"/>
                    </a:cubicBezTo>
                    <a:cubicBezTo>
                      <a:pt x="46" y="128"/>
                      <a:pt x="39" y="132"/>
                      <a:pt x="3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5139893" y="4021580"/>
                <a:ext cx="87187" cy="360572"/>
              </a:xfrm>
              <a:custGeom>
                <a:avLst/>
                <a:gdLst/>
                <a:ahLst/>
                <a:cxnLst/>
                <a:rect l="l" t="t" r="r" b="b"/>
                <a:pathLst>
                  <a:path w="29" h="120" extrusionOk="0">
                    <a:moveTo>
                      <a:pt x="19" y="120"/>
                    </a:moveTo>
                    <a:cubicBezTo>
                      <a:pt x="18" y="120"/>
                      <a:pt x="17" y="120"/>
                      <a:pt x="17" y="119"/>
                    </a:cubicBezTo>
                    <a:cubicBezTo>
                      <a:pt x="13" y="119"/>
                      <a:pt x="10" y="117"/>
                      <a:pt x="8" y="113"/>
                    </a:cubicBezTo>
                    <a:cubicBezTo>
                      <a:pt x="4" y="108"/>
                      <a:pt x="4" y="102"/>
                      <a:pt x="3" y="96"/>
                    </a:cubicBezTo>
                    <a:cubicBezTo>
                      <a:pt x="2" y="66"/>
                      <a:pt x="0" y="36"/>
                      <a:pt x="0" y="7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36"/>
                      <a:pt x="4" y="66"/>
                      <a:pt x="5" y="96"/>
                    </a:cubicBezTo>
                    <a:cubicBezTo>
                      <a:pt x="6" y="101"/>
                      <a:pt x="6" y="108"/>
                      <a:pt x="9" y="112"/>
                    </a:cubicBezTo>
                    <a:cubicBezTo>
                      <a:pt x="11" y="115"/>
                      <a:pt x="14" y="117"/>
                      <a:pt x="17" y="117"/>
                    </a:cubicBezTo>
                    <a:cubicBezTo>
                      <a:pt x="19" y="118"/>
                      <a:pt x="21" y="118"/>
                      <a:pt x="23" y="116"/>
                    </a:cubicBezTo>
                    <a:cubicBezTo>
                      <a:pt x="27" y="113"/>
                      <a:pt x="27" y="107"/>
                      <a:pt x="27" y="102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9" y="101"/>
                      <a:pt x="29" y="101"/>
                      <a:pt x="29" y="101"/>
                    </a:cubicBezTo>
                    <a:cubicBezTo>
                      <a:pt x="29" y="107"/>
                      <a:pt x="29" y="114"/>
                      <a:pt x="24" y="118"/>
                    </a:cubicBezTo>
                    <a:cubicBezTo>
                      <a:pt x="23" y="119"/>
                      <a:pt x="21" y="120"/>
                      <a:pt x="19" y="1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383" name="Google Shape;383;p21"/>
          <p:cNvGrpSpPr/>
          <p:nvPr/>
        </p:nvGrpSpPr>
        <p:grpSpPr>
          <a:xfrm>
            <a:off x="0" y="0"/>
            <a:ext cx="9143925" cy="5137350"/>
            <a:chOff x="0" y="0"/>
            <a:chExt cx="9143925" cy="5137350"/>
          </a:xfrm>
        </p:grpSpPr>
        <p:sp>
          <p:nvSpPr>
            <p:cNvPr id="384" name="Google Shape;384;p21"/>
            <p:cNvSpPr/>
            <p:nvPr/>
          </p:nvSpPr>
          <p:spPr>
            <a:xfrm>
              <a:off x="8817825" y="2571750"/>
              <a:ext cx="326100" cy="2565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0" y="0"/>
              <a:ext cx="326100" cy="256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</p:grpSp>
      <p:sp>
        <p:nvSpPr>
          <p:cNvPr id="386" name="Google Shape;386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"/>
          <p:cNvSpPr/>
          <p:nvPr/>
        </p:nvSpPr>
        <p:spPr>
          <a:xfrm>
            <a:off x="0" y="0"/>
            <a:ext cx="4572000" cy="24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grpSp>
        <p:nvGrpSpPr>
          <p:cNvPr id="389" name="Google Shape;389;p22"/>
          <p:cNvGrpSpPr/>
          <p:nvPr/>
        </p:nvGrpSpPr>
        <p:grpSpPr>
          <a:xfrm>
            <a:off x="-1738109" y="-838522"/>
            <a:ext cx="12446858" cy="6508775"/>
            <a:chOff x="-1738109" y="-838522"/>
            <a:chExt cx="12446858" cy="6508775"/>
          </a:xfrm>
        </p:grpSpPr>
        <p:sp>
          <p:nvSpPr>
            <p:cNvPr id="390" name="Google Shape;390;p22"/>
            <p:cNvSpPr/>
            <p:nvPr/>
          </p:nvSpPr>
          <p:spPr>
            <a:xfrm>
              <a:off x="7454724" y="-838522"/>
              <a:ext cx="3254025" cy="1670575"/>
            </a:xfrm>
            <a:custGeom>
              <a:avLst/>
              <a:gdLst/>
              <a:ahLst/>
              <a:cxnLst/>
              <a:rect l="l" t="t" r="r" b="b"/>
              <a:pathLst>
                <a:path w="846" h="434" extrusionOk="0">
                  <a:moveTo>
                    <a:pt x="486" y="434"/>
                  </a:moveTo>
                  <a:cubicBezTo>
                    <a:pt x="477" y="434"/>
                    <a:pt x="469" y="433"/>
                    <a:pt x="461" y="433"/>
                  </a:cubicBezTo>
                  <a:cubicBezTo>
                    <a:pt x="422" y="431"/>
                    <a:pt x="382" y="427"/>
                    <a:pt x="343" y="421"/>
                  </a:cubicBezTo>
                  <a:cubicBezTo>
                    <a:pt x="323" y="418"/>
                    <a:pt x="303" y="414"/>
                    <a:pt x="287" y="404"/>
                  </a:cubicBezTo>
                  <a:cubicBezTo>
                    <a:pt x="265" y="390"/>
                    <a:pt x="251" y="367"/>
                    <a:pt x="239" y="346"/>
                  </a:cubicBezTo>
                  <a:cubicBezTo>
                    <a:pt x="76" y="63"/>
                    <a:pt x="76" y="63"/>
                    <a:pt x="76" y="63"/>
                  </a:cubicBezTo>
                  <a:cubicBezTo>
                    <a:pt x="68" y="49"/>
                    <a:pt x="59" y="33"/>
                    <a:pt x="46" y="22"/>
                  </a:cubicBezTo>
                  <a:cubicBezTo>
                    <a:pt x="33" y="9"/>
                    <a:pt x="15" y="2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6" y="0"/>
                    <a:pt x="34" y="7"/>
                    <a:pt x="48" y="20"/>
                  </a:cubicBezTo>
                  <a:cubicBezTo>
                    <a:pt x="61" y="32"/>
                    <a:pt x="70" y="47"/>
                    <a:pt x="78" y="62"/>
                  </a:cubicBezTo>
                  <a:cubicBezTo>
                    <a:pt x="241" y="345"/>
                    <a:pt x="241" y="345"/>
                    <a:pt x="241" y="345"/>
                  </a:cubicBezTo>
                  <a:cubicBezTo>
                    <a:pt x="253" y="366"/>
                    <a:pt x="266" y="389"/>
                    <a:pt x="288" y="402"/>
                  </a:cubicBezTo>
                  <a:cubicBezTo>
                    <a:pt x="304" y="412"/>
                    <a:pt x="323" y="416"/>
                    <a:pt x="343" y="419"/>
                  </a:cubicBezTo>
                  <a:cubicBezTo>
                    <a:pt x="382" y="425"/>
                    <a:pt x="422" y="429"/>
                    <a:pt x="461" y="431"/>
                  </a:cubicBezTo>
                  <a:cubicBezTo>
                    <a:pt x="478" y="432"/>
                    <a:pt x="497" y="432"/>
                    <a:pt x="515" y="430"/>
                  </a:cubicBezTo>
                  <a:cubicBezTo>
                    <a:pt x="528" y="427"/>
                    <a:pt x="541" y="423"/>
                    <a:pt x="554" y="419"/>
                  </a:cubicBezTo>
                  <a:cubicBezTo>
                    <a:pt x="654" y="388"/>
                    <a:pt x="751" y="344"/>
                    <a:pt x="846" y="303"/>
                  </a:cubicBezTo>
                  <a:cubicBezTo>
                    <a:pt x="846" y="305"/>
                    <a:pt x="846" y="305"/>
                    <a:pt x="846" y="305"/>
                  </a:cubicBezTo>
                  <a:cubicBezTo>
                    <a:pt x="752" y="346"/>
                    <a:pt x="654" y="390"/>
                    <a:pt x="554" y="421"/>
                  </a:cubicBezTo>
                  <a:cubicBezTo>
                    <a:pt x="542" y="425"/>
                    <a:pt x="528" y="429"/>
                    <a:pt x="515" y="432"/>
                  </a:cubicBezTo>
                  <a:cubicBezTo>
                    <a:pt x="505" y="433"/>
                    <a:pt x="495" y="434"/>
                    <a:pt x="486" y="4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391" name="Google Shape;391;p22"/>
            <p:cNvGrpSpPr/>
            <p:nvPr/>
          </p:nvGrpSpPr>
          <p:grpSpPr>
            <a:xfrm>
              <a:off x="-1738109" y="3546582"/>
              <a:ext cx="2312442" cy="2123670"/>
              <a:chOff x="3447864" y="2257141"/>
              <a:chExt cx="1013740" cy="930985"/>
            </a:xfrm>
          </p:grpSpPr>
          <p:sp>
            <p:nvSpPr>
              <p:cNvPr id="392" name="Google Shape;392;p22"/>
              <p:cNvSpPr/>
              <p:nvPr/>
            </p:nvSpPr>
            <p:spPr>
              <a:xfrm>
                <a:off x="3447864" y="2257141"/>
                <a:ext cx="1013740" cy="93098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10" extrusionOk="0">
                    <a:moveTo>
                      <a:pt x="206" y="309"/>
                    </a:moveTo>
                    <a:cubicBezTo>
                      <a:pt x="164" y="309"/>
                      <a:pt x="122" y="295"/>
                      <a:pt x="85" y="282"/>
                    </a:cubicBezTo>
                    <a:cubicBezTo>
                      <a:pt x="57" y="273"/>
                      <a:pt x="57" y="273"/>
                      <a:pt x="57" y="273"/>
                    </a:cubicBezTo>
                    <a:cubicBezTo>
                      <a:pt x="48" y="270"/>
                      <a:pt x="38" y="267"/>
                      <a:pt x="31" y="260"/>
                    </a:cubicBezTo>
                    <a:cubicBezTo>
                      <a:pt x="20" y="249"/>
                      <a:pt x="17" y="234"/>
                      <a:pt x="15" y="218"/>
                    </a:cubicBezTo>
                    <a:cubicBezTo>
                      <a:pt x="6" y="157"/>
                      <a:pt x="6" y="157"/>
                      <a:pt x="6" y="157"/>
                    </a:cubicBezTo>
                    <a:cubicBezTo>
                      <a:pt x="3" y="140"/>
                      <a:pt x="0" y="119"/>
                      <a:pt x="7" y="101"/>
                    </a:cubicBezTo>
                    <a:cubicBezTo>
                      <a:pt x="14" y="84"/>
                      <a:pt x="28" y="72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61" y="47"/>
                      <a:pt x="84" y="34"/>
                      <a:pt x="108" y="23"/>
                    </a:cubicBezTo>
                    <a:cubicBezTo>
                      <a:pt x="128" y="15"/>
                      <a:pt x="156" y="3"/>
                      <a:pt x="180" y="2"/>
                    </a:cubicBezTo>
                    <a:cubicBezTo>
                      <a:pt x="194" y="1"/>
                      <a:pt x="211" y="0"/>
                      <a:pt x="226" y="5"/>
                    </a:cubicBezTo>
                    <a:cubicBezTo>
                      <a:pt x="243" y="11"/>
                      <a:pt x="258" y="23"/>
                      <a:pt x="274" y="43"/>
                    </a:cubicBezTo>
                    <a:cubicBezTo>
                      <a:pt x="294" y="67"/>
                      <a:pt x="311" y="97"/>
                      <a:pt x="327" y="136"/>
                    </a:cubicBezTo>
                    <a:cubicBezTo>
                      <a:pt x="333" y="149"/>
                      <a:pt x="338" y="163"/>
                      <a:pt x="337" y="177"/>
                    </a:cubicBezTo>
                    <a:cubicBezTo>
                      <a:pt x="336" y="194"/>
                      <a:pt x="327" y="208"/>
                      <a:pt x="319" y="221"/>
                    </a:cubicBezTo>
                    <a:cubicBezTo>
                      <a:pt x="305" y="244"/>
                      <a:pt x="305" y="244"/>
                      <a:pt x="305" y="244"/>
                    </a:cubicBezTo>
                    <a:cubicBezTo>
                      <a:pt x="293" y="264"/>
                      <a:pt x="279" y="288"/>
                      <a:pt x="256" y="300"/>
                    </a:cubicBezTo>
                    <a:cubicBezTo>
                      <a:pt x="246" y="305"/>
                      <a:pt x="234" y="307"/>
                      <a:pt x="219" y="309"/>
                    </a:cubicBezTo>
                    <a:cubicBezTo>
                      <a:pt x="215" y="309"/>
                      <a:pt x="210" y="309"/>
                      <a:pt x="206" y="309"/>
                    </a:cubicBezTo>
                    <a:close/>
                    <a:moveTo>
                      <a:pt x="41" y="64"/>
                    </a:moveTo>
                    <a:cubicBezTo>
                      <a:pt x="41" y="64"/>
                      <a:pt x="41" y="64"/>
                      <a:pt x="41" y="64"/>
                    </a:cubicBezTo>
                    <a:cubicBezTo>
                      <a:pt x="29" y="74"/>
                      <a:pt x="15" y="85"/>
                      <a:pt x="9" y="101"/>
                    </a:cubicBezTo>
                    <a:cubicBezTo>
                      <a:pt x="2" y="119"/>
                      <a:pt x="5" y="139"/>
                      <a:pt x="8" y="156"/>
                    </a:cubicBezTo>
                    <a:cubicBezTo>
                      <a:pt x="17" y="217"/>
                      <a:pt x="17" y="217"/>
                      <a:pt x="17" y="217"/>
                    </a:cubicBezTo>
                    <a:cubicBezTo>
                      <a:pt x="19" y="233"/>
                      <a:pt x="22" y="248"/>
                      <a:pt x="32" y="258"/>
                    </a:cubicBezTo>
                    <a:cubicBezTo>
                      <a:pt x="39" y="265"/>
                      <a:pt x="49" y="268"/>
                      <a:pt x="58" y="271"/>
                    </a:cubicBezTo>
                    <a:cubicBezTo>
                      <a:pt x="86" y="281"/>
                      <a:pt x="86" y="281"/>
                      <a:pt x="86" y="281"/>
                    </a:cubicBezTo>
                    <a:cubicBezTo>
                      <a:pt x="127" y="294"/>
                      <a:pt x="173" y="310"/>
                      <a:pt x="219" y="307"/>
                    </a:cubicBezTo>
                    <a:cubicBezTo>
                      <a:pt x="234" y="305"/>
                      <a:pt x="245" y="303"/>
                      <a:pt x="255" y="298"/>
                    </a:cubicBezTo>
                    <a:cubicBezTo>
                      <a:pt x="277" y="287"/>
                      <a:pt x="292" y="263"/>
                      <a:pt x="303" y="243"/>
                    </a:cubicBezTo>
                    <a:cubicBezTo>
                      <a:pt x="317" y="220"/>
                      <a:pt x="317" y="220"/>
                      <a:pt x="317" y="220"/>
                    </a:cubicBezTo>
                    <a:cubicBezTo>
                      <a:pt x="325" y="207"/>
                      <a:pt x="334" y="193"/>
                      <a:pt x="335" y="177"/>
                    </a:cubicBezTo>
                    <a:cubicBezTo>
                      <a:pt x="336" y="163"/>
                      <a:pt x="331" y="150"/>
                      <a:pt x="325" y="137"/>
                    </a:cubicBezTo>
                    <a:cubicBezTo>
                      <a:pt x="309" y="98"/>
                      <a:pt x="292" y="69"/>
                      <a:pt x="273" y="44"/>
                    </a:cubicBezTo>
                    <a:cubicBezTo>
                      <a:pt x="257" y="24"/>
                      <a:pt x="242" y="12"/>
                      <a:pt x="225" y="7"/>
                    </a:cubicBezTo>
                    <a:cubicBezTo>
                      <a:pt x="211" y="3"/>
                      <a:pt x="195" y="3"/>
                      <a:pt x="180" y="4"/>
                    </a:cubicBezTo>
                    <a:cubicBezTo>
                      <a:pt x="156" y="5"/>
                      <a:pt x="129" y="16"/>
                      <a:pt x="109" y="25"/>
                    </a:cubicBezTo>
                    <a:cubicBezTo>
                      <a:pt x="85" y="35"/>
                      <a:pt x="62" y="49"/>
                      <a:pt x="41" y="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>
                <a:off x="3573473" y="2350240"/>
                <a:ext cx="768432" cy="744788"/>
              </a:xfrm>
              <a:custGeom>
                <a:avLst/>
                <a:gdLst/>
                <a:ahLst/>
                <a:cxnLst/>
                <a:rect l="l" t="t" r="r" b="b"/>
                <a:pathLst>
                  <a:path w="256" h="248" extrusionOk="0">
                    <a:moveTo>
                      <a:pt x="146" y="246"/>
                    </a:moveTo>
                    <a:cubicBezTo>
                      <a:pt x="139" y="246"/>
                      <a:pt x="131" y="246"/>
                      <a:pt x="124" y="244"/>
                    </a:cubicBezTo>
                    <a:cubicBezTo>
                      <a:pt x="94" y="239"/>
                      <a:pt x="66" y="225"/>
                      <a:pt x="41" y="211"/>
                    </a:cubicBezTo>
                    <a:cubicBezTo>
                      <a:pt x="28" y="203"/>
                      <a:pt x="15" y="196"/>
                      <a:pt x="9" y="183"/>
                    </a:cubicBezTo>
                    <a:cubicBezTo>
                      <a:pt x="5" y="176"/>
                      <a:pt x="4" y="168"/>
                      <a:pt x="4" y="160"/>
                    </a:cubicBezTo>
                    <a:cubicBezTo>
                      <a:pt x="2" y="148"/>
                      <a:pt x="1" y="135"/>
                      <a:pt x="1" y="122"/>
                    </a:cubicBezTo>
                    <a:cubicBezTo>
                      <a:pt x="0" y="106"/>
                      <a:pt x="0" y="89"/>
                      <a:pt x="4" y="73"/>
                    </a:cubicBezTo>
                    <a:cubicBezTo>
                      <a:pt x="7" y="60"/>
                      <a:pt x="13" y="42"/>
                      <a:pt x="28" y="29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48" y="12"/>
                      <a:pt x="75" y="2"/>
                      <a:pt x="109" y="0"/>
                    </a:cubicBezTo>
                    <a:cubicBezTo>
                      <a:pt x="122" y="0"/>
                      <a:pt x="133" y="1"/>
                      <a:pt x="143" y="3"/>
                    </a:cubicBezTo>
                    <a:cubicBezTo>
                      <a:pt x="161" y="8"/>
                      <a:pt x="179" y="18"/>
                      <a:pt x="195" y="34"/>
                    </a:cubicBezTo>
                    <a:cubicBezTo>
                      <a:pt x="210" y="50"/>
                      <a:pt x="222" y="68"/>
                      <a:pt x="232" y="84"/>
                    </a:cubicBezTo>
                    <a:cubicBezTo>
                      <a:pt x="244" y="105"/>
                      <a:pt x="256" y="128"/>
                      <a:pt x="253" y="153"/>
                    </a:cubicBezTo>
                    <a:cubicBezTo>
                      <a:pt x="250" y="170"/>
                      <a:pt x="241" y="185"/>
                      <a:pt x="232" y="198"/>
                    </a:cubicBezTo>
                    <a:cubicBezTo>
                      <a:pt x="226" y="207"/>
                      <a:pt x="219" y="217"/>
                      <a:pt x="209" y="225"/>
                    </a:cubicBezTo>
                    <a:cubicBezTo>
                      <a:pt x="193" y="239"/>
                      <a:pt x="171" y="246"/>
                      <a:pt x="146" y="246"/>
                    </a:cubicBezTo>
                    <a:close/>
                    <a:moveTo>
                      <a:pt x="29" y="31"/>
                    </a:moveTo>
                    <a:cubicBezTo>
                      <a:pt x="15" y="43"/>
                      <a:pt x="8" y="61"/>
                      <a:pt x="6" y="73"/>
                    </a:cubicBezTo>
                    <a:cubicBezTo>
                      <a:pt x="2" y="90"/>
                      <a:pt x="2" y="106"/>
                      <a:pt x="3" y="122"/>
                    </a:cubicBezTo>
                    <a:cubicBezTo>
                      <a:pt x="3" y="135"/>
                      <a:pt x="4" y="147"/>
                      <a:pt x="5" y="160"/>
                    </a:cubicBezTo>
                    <a:cubicBezTo>
                      <a:pt x="6" y="168"/>
                      <a:pt x="7" y="175"/>
                      <a:pt x="11" y="182"/>
                    </a:cubicBezTo>
                    <a:cubicBezTo>
                      <a:pt x="17" y="194"/>
                      <a:pt x="29" y="202"/>
                      <a:pt x="42" y="209"/>
                    </a:cubicBezTo>
                    <a:cubicBezTo>
                      <a:pt x="67" y="223"/>
                      <a:pt x="94" y="237"/>
                      <a:pt x="124" y="242"/>
                    </a:cubicBezTo>
                    <a:cubicBezTo>
                      <a:pt x="156" y="248"/>
                      <a:pt x="188" y="241"/>
                      <a:pt x="208" y="223"/>
                    </a:cubicBezTo>
                    <a:cubicBezTo>
                      <a:pt x="217" y="216"/>
                      <a:pt x="224" y="206"/>
                      <a:pt x="230" y="197"/>
                    </a:cubicBezTo>
                    <a:cubicBezTo>
                      <a:pt x="239" y="184"/>
                      <a:pt x="248" y="169"/>
                      <a:pt x="251" y="152"/>
                    </a:cubicBezTo>
                    <a:cubicBezTo>
                      <a:pt x="254" y="129"/>
                      <a:pt x="242" y="106"/>
                      <a:pt x="230" y="85"/>
                    </a:cubicBezTo>
                    <a:cubicBezTo>
                      <a:pt x="220" y="69"/>
                      <a:pt x="209" y="51"/>
                      <a:pt x="194" y="36"/>
                    </a:cubicBezTo>
                    <a:cubicBezTo>
                      <a:pt x="178" y="20"/>
                      <a:pt x="161" y="9"/>
                      <a:pt x="143" y="5"/>
                    </a:cubicBezTo>
                    <a:cubicBezTo>
                      <a:pt x="133" y="2"/>
                      <a:pt x="122" y="2"/>
                      <a:pt x="109" y="2"/>
                    </a:cubicBezTo>
                    <a:cubicBezTo>
                      <a:pt x="76" y="4"/>
                      <a:pt x="49" y="13"/>
                      <a:pt x="29" y="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94" name="Google Shape;394;p22"/>
              <p:cNvSpPr/>
              <p:nvPr/>
            </p:nvSpPr>
            <p:spPr>
              <a:xfrm>
                <a:off x="3631106" y="2391617"/>
                <a:ext cx="629523" cy="636912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2" extrusionOk="0">
                    <a:moveTo>
                      <a:pt x="104" y="212"/>
                    </a:moveTo>
                    <a:cubicBezTo>
                      <a:pt x="87" y="212"/>
                      <a:pt x="69" y="206"/>
                      <a:pt x="53" y="193"/>
                    </a:cubicBezTo>
                    <a:cubicBezTo>
                      <a:pt x="36" y="181"/>
                      <a:pt x="23" y="166"/>
                      <a:pt x="10" y="150"/>
                    </a:cubicBezTo>
                    <a:cubicBezTo>
                      <a:pt x="7" y="146"/>
                      <a:pt x="3" y="142"/>
                      <a:pt x="2" y="137"/>
                    </a:cubicBezTo>
                    <a:cubicBezTo>
                      <a:pt x="0" y="132"/>
                      <a:pt x="0" y="128"/>
                      <a:pt x="1" y="123"/>
                    </a:cubicBezTo>
                    <a:cubicBezTo>
                      <a:pt x="2" y="96"/>
                      <a:pt x="6" y="69"/>
                      <a:pt x="13" y="43"/>
                    </a:cubicBezTo>
                    <a:cubicBezTo>
                      <a:pt x="24" y="4"/>
                      <a:pt x="56" y="0"/>
                      <a:pt x="86" y="2"/>
                    </a:cubicBezTo>
                    <a:cubicBezTo>
                      <a:pt x="102" y="3"/>
                      <a:pt x="119" y="5"/>
                      <a:pt x="133" y="13"/>
                    </a:cubicBezTo>
                    <a:cubicBezTo>
                      <a:pt x="142" y="18"/>
                      <a:pt x="149" y="26"/>
                      <a:pt x="156" y="34"/>
                    </a:cubicBezTo>
                    <a:cubicBezTo>
                      <a:pt x="166" y="46"/>
                      <a:pt x="176" y="58"/>
                      <a:pt x="186" y="70"/>
                    </a:cubicBezTo>
                    <a:cubicBezTo>
                      <a:pt x="194" y="81"/>
                      <a:pt x="205" y="94"/>
                      <a:pt x="207" y="109"/>
                    </a:cubicBezTo>
                    <a:cubicBezTo>
                      <a:pt x="210" y="132"/>
                      <a:pt x="194" y="152"/>
                      <a:pt x="180" y="168"/>
                    </a:cubicBezTo>
                    <a:cubicBezTo>
                      <a:pt x="163" y="187"/>
                      <a:pt x="139" y="210"/>
                      <a:pt x="109" y="212"/>
                    </a:cubicBezTo>
                    <a:cubicBezTo>
                      <a:pt x="108" y="212"/>
                      <a:pt x="106" y="212"/>
                      <a:pt x="104" y="212"/>
                    </a:cubicBezTo>
                    <a:close/>
                    <a:moveTo>
                      <a:pt x="75" y="4"/>
                    </a:moveTo>
                    <a:cubicBezTo>
                      <a:pt x="49" y="4"/>
                      <a:pt x="24" y="10"/>
                      <a:pt x="15" y="44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8" y="70"/>
                      <a:pt x="4" y="96"/>
                      <a:pt x="3" y="123"/>
                    </a:cubicBezTo>
                    <a:cubicBezTo>
                      <a:pt x="2" y="128"/>
                      <a:pt x="2" y="132"/>
                      <a:pt x="4" y="136"/>
                    </a:cubicBezTo>
                    <a:cubicBezTo>
                      <a:pt x="5" y="141"/>
                      <a:pt x="9" y="145"/>
                      <a:pt x="12" y="149"/>
                    </a:cubicBezTo>
                    <a:cubicBezTo>
                      <a:pt x="25" y="164"/>
                      <a:pt x="38" y="180"/>
                      <a:pt x="54" y="192"/>
                    </a:cubicBezTo>
                    <a:cubicBezTo>
                      <a:pt x="72" y="205"/>
                      <a:pt x="91" y="211"/>
                      <a:pt x="109" y="210"/>
                    </a:cubicBezTo>
                    <a:cubicBezTo>
                      <a:pt x="138" y="208"/>
                      <a:pt x="162" y="186"/>
                      <a:pt x="179" y="167"/>
                    </a:cubicBezTo>
                    <a:cubicBezTo>
                      <a:pt x="192" y="151"/>
                      <a:pt x="208" y="131"/>
                      <a:pt x="205" y="109"/>
                    </a:cubicBezTo>
                    <a:cubicBezTo>
                      <a:pt x="203" y="95"/>
                      <a:pt x="192" y="82"/>
                      <a:pt x="184" y="72"/>
                    </a:cubicBezTo>
                    <a:cubicBezTo>
                      <a:pt x="174" y="59"/>
                      <a:pt x="164" y="47"/>
                      <a:pt x="154" y="35"/>
                    </a:cubicBezTo>
                    <a:cubicBezTo>
                      <a:pt x="148" y="28"/>
                      <a:pt x="141" y="20"/>
                      <a:pt x="132" y="15"/>
                    </a:cubicBezTo>
                    <a:cubicBezTo>
                      <a:pt x="118" y="6"/>
                      <a:pt x="102" y="5"/>
                      <a:pt x="86" y="4"/>
                    </a:cubicBezTo>
                    <a:cubicBezTo>
                      <a:pt x="82" y="4"/>
                      <a:pt x="79" y="4"/>
                      <a:pt x="75" y="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95" name="Google Shape;395;p22"/>
              <p:cNvSpPr/>
              <p:nvPr/>
            </p:nvSpPr>
            <p:spPr>
              <a:xfrm>
                <a:off x="3684305" y="2466982"/>
                <a:ext cx="477314" cy="512781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71" extrusionOk="0">
                    <a:moveTo>
                      <a:pt x="64" y="171"/>
                    </a:moveTo>
                    <a:cubicBezTo>
                      <a:pt x="63" y="171"/>
                      <a:pt x="62" y="171"/>
                      <a:pt x="61" y="170"/>
                    </a:cubicBezTo>
                    <a:cubicBezTo>
                      <a:pt x="56" y="170"/>
                      <a:pt x="50" y="168"/>
                      <a:pt x="44" y="164"/>
                    </a:cubicBezTo>
                    <a:cubicBezTo>
                      <a:pt x="34" y="157"/>
                      <a:pt x="26" y="147"/>
                      <a:pt x="19" y="138"/>
                    </a:cubicBezTo>
                    <a:cubicBezTo>
                      <a:pt x="9" y="126"/>
                      <a:pt x="0" y="115"/>
                      <a:pt x="0" y="101"/>
                    </a:cubicBezTo>
                    <a:cubicBezTo>
                      <a:pt x="0" y="91"/>
                      <a:pt x="5" y="82"/>
                      <a:pt x="9" y="74"/>
                    </a:cubicBezTo>
                    <a:cubicBezTo>
                      <a:pt x="18" y="57"/>
                      <a:pt x="26" y="39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52" y="13"/>
                      <a:pt x="72" y="0"/>
                      <a:pt x="90" y="4"/>
                    </a:cubicBezTo>
                    <a:cubicBezTo>
                      <a:pt x="104" y="7"/>
                      <a:pt x="117" y="18"/>
                      <a:pt x="128" y="36"/>
                    </a:cubicBezTo>
                    <a:cubicBezTo>
                      <a:pt x="135" y="49"/>
                      <a:pt x="142" y="63"/>
                      <a:pt x="148" y="77"/>
                    </a:cubicBezTo>
                    <a:cubicBezTo>
                      <a:pt x="153" y="90"/>
                      <a:pt x="159" y="107"/>
                      <a:pt x="152" y="123"/>
                    </a:cubicBezTo>
                    <a:cubicBezTo>
                      <a:pt x="147" y="135"/>
                      <a:pt x="135" y="143"/>
                      <a:pt x="126" y="148"/>
                    </a:cubicBezTo>
                    <a:cubicBezTo>
                      <a:pt x="111" y="157"/>
                      <a:pt x="96" y="163"/>
                      <a:pt x="80" y="168"/>
                    </a:cubicBezTo>
                    <a:cubicBezTo>
                      <a:pt x="75" y="169"/>
                      <a:pt x="70" y="171"/>
                      <a:pt x="64" y="171"/>
                    </a:cubicBezTo>
                    <a:close/>
                    <a:moveTo>
                      <a:pt x="84" y="5"/>
                    </a:moveTo>
                    <a:cubicBezTo>
                      <a:pt x="69" y="5"/>
                      <a:pt x="52" y="15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28" y="40"/>
                      <a:pt x="19" y="58"/>
                      <a:pt x="11" y="75"/>
                    </a:cubicBezTo>
                    <a:cubicBezTo>
                      <a:pt x="7" y="82"/>
                      <a:pt x="2" y="91"/>
                      <a:pt x="2" y="101"/>
                    </a:cubicBezTo>
                    <a:cubicBezTo>
                      <a:pt x="2" y="114"/>
                      <a:pt x="11" y="125"/>
                      <a:pt x="20" y="137"/>
                    </a:cubicBezTo>
                    <a:cubicBezTo>
                      <a:pt x="27" y="146"/>
                      <a:pt x="35" y="155"/>
                      <a:pt x="45" y="162"/>
                    </a:cubicBezTo>
                    <a:cubicBezTo>
                      <a:pt x="51" y="166"/>
                      <a:pt x="56" y="168"/>
                      <a:pt x="61" y="168"/>
                    </a:cubicBezTo>
                    <a:cubicBezTo>
                      <a:pt x="67" y="169"/>
                      <a:pt x="74" y="168"/>
                      <a:pt x="79" y="166"/>
                    </a:cubicBezTo>
                    <a:cubicBezTo>
                      <a:pt x="95" y="161"/>
                      <a:pt x="110" y="155"/>
                      <a:pt x="125" y="147"/>
                    </a:cubicBezTo>
                    <a:cubicBezTo>
                      <a:pt x="134" y="141"/>
                      <a:pt x="146" y="133"/>
                      <a:pt x="150" y="122"/>
                    </a:cubicBezTo>
                    <a:cubicBezTo>
                      <a:pt x="157" y="107"/>
                      <a:pt x="151" y="90"/>
                      <a:pt x="146" y="77"/>
                    </a:cubicBezTo>
                    <a:cubicBezTo>
                      <a:pt x="140" y="64"/>
                      <a:pt x="134" y="50"/>
                      <a:pt x="126" y="38"/>
                    </a:cubicBezTo>
                    <a:cubicBezTo>
                      <a:pt x="115" y="19"/>
                      <a:pt x="103" y="9"/>
                      <a:pt x="90" y="6"/>
                    </a:cubicBezTo>
                    <a:cubicBezTo>
                      <a:pt x="88" y="5"/>
                      <a:pt x="86" y="5"/>
                      <a:pt x="84" y="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3759670" y="2580769"/>
                <a:ext cx="326584" cy="34579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5" extrusionOk="0">
                    <a:moveTo>
                      <a:pt x="43" y="115"/>
                    </a:moveTo>
                    <a:cubicBezTo>
                      <a:pt x="38" y="115"/>
                      <a:pt x="33" y="114"/>
                      <a:pt x="29" y="112"/>
                    </a:cubicBezTo>
                    <a:cubicBezTo>
                      <a:pt x="24" y="109"/>
                      <a:pt x="20" y="104"/>
                      <a:pt x="17" y="99"/>
                    </a:cubicBezTo>
                    <a:cubicBezTo>
                      <a:pt x="11" y="90"/>
                      <a:pt x="3" y="79"/>
                      <a:pt x="2" y="67"/>
                    </a:cubicBezTo>
                    <a:cubicBezTo>
                      <a:pt x="0" y="52"/>
                      <a:pt x="8" y="39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21" y="23"/>
                      <a:pt x="41" y="0"/>
                      <a:pt x="62" y="1"/>
                    </a:cubicBezTo>
                    <a:cubicBezTo>
                      <a:pt x="72" y="1"/>
                      <a:pt x="80" y="7"/>
                      <a:pt x="87" y="18"/>
                    </a:cubicBezTo>
                    <a:cubicBezTo>
                      <a:pt x="95" y="32"/>
                      <a:pt x="101" y="46"/>
                      <a:pt x="105" y="61"/>
                    </a:cubicBezTo>
                    <a:cubicBezTo>
                      <a:pt x="107" y="69"/>
                      <a:pt x="109" y="78"/>
                      <a:pt x="105" y="87"/>
                    </a:cubicBezTo>
                    <a:cubicBezTo>
                      <a:pt x="101" y="96"/>
                      <a:pt x="92" y="103"/>
                      <a:pt x="78" y="108"/>
                    </a:cubicBezTo>
                    <a:cubicBezTo>
                      <a:pt x="69" y="111"/>
                      <a:pt x="61" y="113"/>
                      <a:pt x="53" y="114"/>
                    </a:cubicBezTo>
                    <a:cubicBezTo>
                      <a:pt x="50" y="115"/>
                      <a:pt x="46" y="115"/>
                      <a:pt x="43" y="115"/>
                    </a:cubicBezTo>
                    <a:close/>
                    <a:moveTo>
                      <a:pt x="16" y="32"/>
                    </a:moveTo>
                    <a:cubicBezTo>
                      <a:pt x="10" y="40"/>
                      <a:pt x="3" y="53"/>
                      <a:pt x="4" y="66"/>
                    </a:cubicBezTo>
                    <a:cubicBezTo>
                      <a:pt x="5" y="78"/>
                      <a:pt x="12" y="89"/>
                      <a:pt x="18" y="98"/>
                    </a:cubicBezTo>
                    <a:cubicBezTo>
                      <a:pt x="22" y="102"/>
                      <a:pt x="25" y="107"/>
                      <a:pt x="30" y="110"/>
                    </a:cubicBezTo>
                    <a:cubicBezTo>
                      <a:pt x="37" y="114"/>
                      <a:pt x="45" y="113"/>
                      <a:pt x="52" y="112"/>
                    </a:cubicBezTo>
                    <a:cubicBezTo>
                      <a:pt x="61" y="111"/>
                      <a:pt x="69" y="109"/>
                      <a:pt x="77" y="106"/>
                    </a:cubicBezTo>
                    <a:cubicBezTo>
                      <a:pt x="91" y="101"/>
                      <a:pt x="100" y="95"/>
                      <a:pt x="103" y="86"/>
                    </a:cubicBezTo>
                    <a:cubicBezTo>
                      <a:pt x="106" y="78"/>
                      <a:pt x="105" y="69"/>
                      <a:pt x="103" y="61"/>
                    </a:cubicBezTo>
                    <a:cubicBezTo>
                      <a:pt x="99" y="47"/>
                      <a:pt x="93" y="32"/>
                      <a:pt x="85" y="19"/>
                    </a:cubicBezTo>
                    <a:cubicBezTo>
                      <a:pt x="79" y="9"/>
                      <a:pt x="71" y="3"/>
                      <a:pt x="62" y="3"/>
                    </a:cubicBezTo>
                    <a:cubicBezTo>
                      <a:pt x="62" y="3"/>
                      <a:pt x="61" y="3"/>
                      <a:pt x="60" y="3"/>
                    </a:cubicBezTo>
                    <a:cubicBezTo>
                      <a:pt x="41" y="3"/>
                      <a:pt x="22" y="25"/>
                      <a:pt x="16" y="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3840947" y="2653179"/>
                <a:ext cx="212797" cy="212797"/>
              </a:xfrm>
              <a:custGeom>
                <a:avLst/>
                <a:gdLst/>
                <a:ahLst/>
                <a:cxnLst/>
                <a:rect l="l" t="t" r="r" b="b"/>
                <a:pathLst>
                  <a:path w="71" h="71" extrusionOk="0">
                    <a:moveTo>
                      <a:pt x="37" y="71"/>
                    </a:moveTo>
                    <a:cubicBezTo>
                      <a:pt x="32" y="71"/>
                      <a:pt x="27" y="71"/>
                      <a:pt x="22" y="70"/>
                    </a:cubicBezTo>
                    <a:cubicBezTo>
                      <a:pt x="18" y="69"/>
                      <a:pt x="14" y="68"/>
                      <a:pt x="11" y="65"/>
                    </a:cubicBezTo>
                    <a:cubicBezTo>
                      <a:pt x="9" y="63"/>
                      <a:pt x="7" y="60"/>
                      <a:pt x="6" y="57"/>
                    </a:cubicBezTo>
                    <a:cubicBezTo>
                      <a:pt x="3" y="49"/>
                      <a:pt x="0" y="36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7" y="12"/>
                      <a:pt x="15" y="5"/>
                      <a:pt x="25" y="3"/>
                    </a:cubicBezTo>
                    <a:cubicBezTo>
                      <a:pt x="37" y="0"/>
                      <a:pt x="50" y="5"/>
                      <a:pt x="59" y="16"/>
                    </a:cubicBezTo>
                    <a:cubicBezTo>
                      <a:pt x="67" y="25"/>
                      <a:pt x="71" y="39"/>
                      <a:pt x="68" y="51"/>
                    </a:cubicBezTo>
                    <a:cubicBezTo>
                      <a:pt x="67" y="56"/>
                      <a:pt x="64" y="60"/>
                      <a:pt x="62" y="63"/>
                    </a:cubicBezTo>
                    <a:cubicBezTo>
                      <a:pt x="57" y="68"/>
                      <a:pt x="49" y="71"/>
                      <a:pt x="39" y="71"/>
                    </a:cubicBezTo>
                    <a:cubicBezTo>
                      <a:pt x="38" y="71"/>
                      <a:pt x="37" y="71"/>
                      <a:pt x="37" y="71"/>
                    </a:cubicBezTo>
                    <a:close/>
                    <a:moveTo>
                      <a:pt x="31" y="4"/>
                    </a:moveTo>
                    <a:cubicBezTo>
                      <a:pt x="29" y="4"/>
                      <a:pt x="27" y="4"/>
                      <a:pt x="26" y="5"/>
                    </a:cubicBezTo>
                    <a:cubicBezTo>
                      <a:pt x="16" y="7"/>
                      <a:pt x="9" y="13"/>
                      <a:pt x="6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2" y="36"/>
                      <a:pt x="5" y="48"/>
                      <a:pt x="8" y="57"/>
                    </a:cubicBezTo>
                    <a:cubicBezTo>
                      <a:pt x="9" y="59"/>
                      <a:pt x="10" y="62"/>
                      <a:pt x="12" y="64"/>
                    </a:cubicBezTo>
                    <a:cubicBezTo>
                      <a:pt x="15" y="66"/>
                      <a:pt x="19" y="67"/>
                      <a:pt x="22" y="68"/>
                    </a:cubicBezTo>
                    <a:cubicBezTo>
                      <a:pt x="28" y="69"/>
                      <a:pt x="33" y="69"/>
                      <a:pt x="39" y="69"/>
                    </a:cubicBezTo>
                    <a:cubicBezTo>
                      <a:pt x="49" y="69"/>
                      <a:pt x="56" y="66"/>
                      <a:pt x="60" y="62"/>
                    </a:cubicBezTo>
                    <a:cubicBezTo>
                      <a:pt x="63" y="59"/>
                      <a:pt x="65" y="55"/>
                      <a:pt x="66" y="51"/>
                    </a:cubicBezTo>
                    <a:cubicBezTo>
                      <a:pt x="69" y="39"/>
                      <a:pt x="66" y="26"/>
                      <a:pt x="58" y="17"/>
                    </a:cubicBezTo>
                    <a:cubicBezTo>
                      <a:pt x="51" y="9"/>
                      <a:pt x="41" y="4"/>
                      <a:pt x="31" y="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398" name="Google Shape;398;p22"/>
          <p:cNvSpPr txBox="1"/>
          <p:nvPr/>
        </p:nvSpPr>
        <p:spPr>
          <a:xfrm>
            <a:off x="715156" y="3610200"/>
            <a:ext cx="325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rPr>
              <a:t>CREDITS: This presentation template was created by </a:t>
            </a:r>
            <a:r>
              <a:rPr lang="en-GB" sz="1000" b="1" u="sng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  <a:hlinkClick r:id="rId2"/>
              </a:rPr>
              <a:t>Slidesgo</a:t>
            </a:r>
            <a:r>
              <a:rPr lang="en-GB" sz="1000" u="sng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rPr>
              <a:t>,</a:t>
            </a:r>
            <a:r>
              <a:rPr lang="en-GB" sz="10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rPr>
              <a:t> including icons by </a:t>
            </a:r>
            <a:r>
              <a:rPr lang="en-GB" sz="1000" b="1" u="sng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  <a:hlinkClick r:id="rId3"/>
              </a:rPr>
              <a:t>Flaticon</a:t>
            </a:r>
            <a:r>
              <a:rPr lang="en-GB" sz="1000" u="sng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rPr>
              <a:t>,</a:t>
            </a:r>
            <a:r>
              <a:rPr lang="en-GB" sz="10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rPr>
              <a:t> and infographics &amp; images by </a:t>
            </a:r>
            <a:r>
              <a:rPr lang="en-GB" sz="1000" b="1" u="sng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  <a:hlinkClick r:id="rId4"/>
              </a:rPr>
              <a:t>Freepik</a:t>
            </a:r>
            <a:endParaRPr sz="1000" b="1" u="sng">
              <a:solidFill>
                <a:schemeClr val="dk2"/>
              </a:solidFill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sp>
        <p:nvSpPr>
          <p:cNvPr id="399" name="Google Shape;399;p22"/>
          <p:cNvSpPr txBox="1"/>
          <p:nvPr>
            <p:ph type="ctrTitle"/>
          </p:nvPr>
        </p:nvSpPr>
        <p:spPr>
          <a:xfrm>
            <a:off x="715100" y="535850"/>
            <a:ext cx="3252600" cy="10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0" name="Google Shape;400;p22"/>
          <p:cNvSpPr txBox="1"/>
          <p:nvPr>
            <p:ph type="subTitle" idx="1"/>
          </p:nvPr>
        </p:nvSpPr>
        <p:spPr>
          <a:xfrm>
            <a:off x="715174" y="1592150"/>
            <a:ext cx="32526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1" name="Google Shape;401;p22"/>
          <p:cNvSpPr/>
          <p:nvPr>
            <p:ph type="pic" idx="2"/>
          </p:nvPr>
        </p:nvSpPr>
        <p:spPr>
          <a:xfrm>
            <a:off x="5631000" y="535000"/>
            <a:ext cx="2797800" cy="407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"/>
          <p:cNvSpPr/>
          <p:nvPr/>
        </p:nvSpPr>
        <p:spPr>
          <a:xfrm>
            <a:off x="4572000" y="0"/>
            <a:ext cx="4572000" cy="24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grpSp>
        <p:nvGrpSpPr>
          <p:cNvPr id="404" name="Google Shape;404;p23"/>
          <p:cNvGrpSpPr/>
          <p:nvPr/>
        </p:nvGrpSpPr>
        <p:grpSpPr>
          <a:xfrm>
            <a:off x="-891851" y="4135499"/>
            <a:ext cx="9896239" cy="2014625"/>
            <a:chOff x="-891851" y="4135499"/>
            <a:chExt cx="9896239" cy="2014625"/>
          </a:xfrm>
        </p:grpSpPr>
        <p:sp>
          <p:nvSpPr>
            <p:cNvPr id="405" name="Google Shape;405;p23"/>
            <p:cNvSpPr/>
            <p:nvPr/>
          </p:nvSpPr>
          <p:spPr>
            <a:xfrm flipH="1">
              <a:off x="-891851" y="4135499"/>
              <a:ext cx="3213900" cy="2014625"/>
            </a:xfrm>
            <a:custGeom>
              <a:avLst/>
              <a:gdLst/>
              <a:ahLst/>
              <a:cxnLst/>
              <a:rect l="l" t="t" r="r" b="b"/>
              <a:pathLst>
                <a:path w="800" h="501" extrusionOk="0">
                  <a:moveTo>
                    <a:pt x="1" y="501"/>
                  </a:moveTo>
                  <a:cubicBezTo>
                    <a:pt x="0" y="499"/>
                    <a:pt x="0" y="499"/>
                    <a:pt x="0" y="499"/>
                  </a:cubicBezTo>
                  <a:cubicBezTo>
                    <a:pt x="2" y="498"/>
                    <a:pt x="2" y="498"/>
                    <a:pt x="2" y="498"/>
                  </a:cubicBezTo>
                  <a:cubicBezTo>
                    <a:pt x="61" y="472"/>
                    <a:pt x="123" y="445"/>
                    <a:pt x="183" y="417"/>
                  </a:cubicBezTo>
                  <a:cubicBezTo>
                    <a:pt x="206" y="407"/>
                    <a:pt x="232" y="395"/>
                    <a:pt x="250" y="375"/>
                  </a:cubicBezTo>
                  <a:cubicBezTo>
                    <a:pt x="261" y="363"/>
                    <a:pt x="269" y="347"/>
                    <a:pt x="277" y="332"/>
                  </a:cubicBezTo>
                  <a:cubicBezTo>
                    <a:pt x="290" y="305"/>
                    <a:pt x="304" y="278"/>
                    <a:pt x="317" y="251"/>
                  </a:cubicBezTo>
                  <a:cubicBezTo>
                    <a:pt x="318" y="248"/>
                    <a:pt x="318" y="248"/>
                    <a:pt x="318" y="248"/>
                  </a:cubicBezTo>
                  <a:cubicBezTo>
                    <a:pt x="326" y="231"/>
                    <a:pt x="334" y="213"/>
                    <a:pt x="348" y="199"/>
                  </a:cubicBezTo>
                  <a:cubicBezTo>
                    <a:pt x="358" y="188"/>
                    <a:pt x="371" y="181"/>
                    <a:pt x="383" y="173"/>
                  </a:cubicBezTo>
                  <a:cubicBezTo>
                    <a:pt x="593" y="47"/>
                    <a:pt x="593" y="47"/>
                    <a:pt x="593" y="47"/>
                  </a:cubicBezTo>
                  <a:cubicBezTo>
                    <a:pt x="604" y="41"/>
                    <a:pt x="615" y="34"/>
                    <a:pt x="628" y="29"/>
                  </a:cubicBezTo>
                  <a:cubicBezTo>
                    <a:pt x="642" y="24"/>
                    <a:pt x="657" y="22"/>
                    <a:pt x="671" y="20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800" y="2"/>
                    <a:pt x="800" y="2"/>
                    <a:pt x="800" y="2"/>
                  </a:cubicBezTo>
                  <a:cubicBezTo>
                    <a:pt x="671" y="22"/>
                    <a:pt x="671" y="22"/>
                    <a:pt x="671" y="22"/>
                  </a:cubicBezTo>
                  <a:cubicBezTo>
                    <a:pt x="657" y="24"/>
                    <a:pt x="642" y="26"/>
                    <a:pt x="628" y="31"/>
                  </a:cubicBezTo>
                  <a:cubicBezTo>
                    <a:pt x="616" y="36"/>
                    <a:pt x="605" y="42"/>
                    <a:pt x="594" y="49"/>
                  </a:cubicBezTo>
                  <a:cubicBezTo>
                    <a:pt x="384" y="175"/>
                    <a:pt x="384" y="175"/>
                    <a:pt x="384" y="175"/>
                  </a:cubicBezTo>
                  <a:cubicBezTo>
                    <a:pt x="372" y="182"/>
                    <a:pt x="359" y="190"/>
                    <a:pt x="349" y="200"/>
                  </a:cubicBezTo>
                  <a:cubicBezTo>
                    <a:pt x="336" y="214"/>
                    <a:pt x="328" y="232"/>
                    <a:pt x="320" y="249"/>
                  </a:cubicBezTo>
                  <a:cubicBezTo>
                    <a:pt x="318" y="252"/>
                    <a:pt x="318" y="252"/>
                    <a:pt x="318" y="252"/>
                  </a:cubicBezTo>
                  <a:cubicBezTo>
                    <a:pt x="306" y="279"/>
                    <a:pt x="292" y="306"/>
                    <a:pt x="279" y="333"/>
                  </a:cubicBezTo>
                  <a:cubicBezTo>
                    <a:pt x="271" y="348"/>
                    <a:pt x="263" y="364"/>
                    <a:pt x="251" y="377"/>
                  </a:cubicBezTo>
                  <a:cubicBezTo>
                    <a:pt x="233" y="397"/>
                    <a:pt x="207" y="409"/>
                    <a:pt x="184" y="419"/>
                  </a:cubicBezTo>
                  <a:cubicBezTo>
                    <a:pt x="123" y="446"/>
                    <a:pt x="62" y="474"/>
                    <a:pt x="3" y="500"/>
                  </a:cubicBezTo>
                  <a:lnTo>
                    <a:pt x="1" y="5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406" name="Google Shape;406;p23"/>
            <p:cNvGrpSpPr/>
            <p:nvPr/>
          </p:nvGrpSpPr>
          <p:grpSpPr>
            <a:xfrm>
              <a:off x="7853410" y="4608504"/>
              <a:ext cx="1150979" cy="827754"/>
              <a:chOff x="7418590" y="3791050"/>
              <a:chExt cx="599968" cy="431504"/>
            </a:xfrm>
          </p:grpSpPr>
          <p:sp>
            <p:nvSpPr>
              <p:cNvPr id="407" name="Google Shape;407;p23"/>
              <p:cNvSpPr/>
              <p:nvPr/>
            </p:nvSpPr>
            <p:spPr>
              <a:xfrm>
                <a:off x="7418590" y="3794005"/>
                <a:ext cx="17733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6" h="140" extrusionOk="0">
                    <a:moveTo>
                      <a:pt x="6" y="140"/>
                    </a:moveTo>
                    <a:cubicBezTo>
                      <a:pt x="4" y="140"/>
                      <a:pt x="4" y="140"/>
                      <a:pt x="4" y="140"/>
                    </a:cubicBezTo>
                    <a:cubicBezTo>
                      <a:pt x="4" y="93"/>
                      <a:pt x="3" y="47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5" y="47"/>
                      <a:pt x="6" y="93"/>
                      <a:pt x="6" y="1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08" name="Google Shape;408;p23"/>
              <p:cNvSpPr/>
              <p:nvPr/>
            </p:nvSpPr>
            <p:spPr>
              <a:xfrm>
                <a:off x="7445189" y="3796961"/>
                <a:ext cx="17733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6" h="141" extrusionOk="0">
                    <a:moveTo>
                      <a:pt x="3" y="141"/>
                    </a:moveTo>
                    <a:cubicBezTo>
                      <a:pt x="2" y="123"/>
                      <a:pt x="3" y="105"/>
                      <a:pt x="3" y="87"/>
                    </a:cubicBezTo>
                    <a:cubicBezTo>
                      <a:pt x="4" y="67"/>
                      <a:pt x="4" y="46"/>
                      <a:pt x="2" y="26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16"/>
                      <a:pt x="0" y="8"/>
                      <a:pt x="2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2" y="8"/>
                      <a:pt x="3" y="16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6" y="46"/>
                      <a:pt x="6" y="67"/>
                      <a:pt x="5" y="87"/>
                    </a:cubicBezTo>
                    <a:cubicBezTo>
                      <a:pt x="5" y="105"/>
                      <a:pt x="4" y="123"/>
                      <a:pt x="5" y="140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09" name="Google Shape;409;p23"/>
              <p:cNvSpPr/>
              <p:nvPr/>
            </p:nvSpPr>
            <p:spPr>
              <a:xfrm>
                <a:off x="7486566" y="3794005"/>
                <a:ext cx="20689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7" h="141" extrusionOk="0">
                    <a:moveTo>
                      <a:pt x="1" y="141"/>
                    </a:moveTo>
                    <a:cubicBezTo>
                      <a:pt x="0" y="120"/>
                      <a:pt x="1" y="100"/>
                      <a:pt x="2" y="80"/>
                    </a:cubicBezTo>
                    <a:cubicBezTo>
                      <a:pt x="3" y="54"/>
                      <a:pt x="5" y="27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27"/>
                      <a:pt x="5" y="54"/>
                      <a:pt x="4" y="80"/>
                    </a:cubicBezTo>
                    <a:cubicBezTo>
                      <a:pt x="3" y="100"/>
                      <a:pt x="2" y="120"/>
                      <a:pt x="3" y="141"/>
                    </a:cubicBezTo>
                    <a:lnTo>
                      <a:pt x="1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10" name="Google Shape;410;p23"/>
              <p:cNvSpPr/>
              <p:nvPr/>
            </p:nvSpPr>
            <p:spPr>
              <a:xfrm>
                <a:off x="7535332" y="3791050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1" y="95"/>
                      <a:pt x="2" y="47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47"/>
                      <a:pt x="3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11" name="Google Shape;411;p23"/>
              <p:cNvSpPr/>
              <p:nvPr/>
            </p:nvSpPr>
            <p:spPr>
              <a:xfrm>
                <a:off x="7567843" y="3791050"/>
                <a:ext cx="26600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9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5" y="95"/>
                      <a:pt x="7" y="47"/>
                      <a:pt x="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9" y="47"/>
                      <a:pt x="7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12" name="Google Shape;412;p23"/>
              <p:cNvSpPr/>
              <p:nvPr/>
            </p:nvSpPr>
            <p:spPr>
              <a:xfrm>
                <a:off x="7597398" y="3794005"/>
                <a:ext cx="19211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6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0" y="95"/>
                      <a:pt x="2" y="47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7"/>
                      <a:pt x="2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13" name="Google Shape;413;p23"/>
              <p:cNvSpPr/>
              <p:nvPr/>
            </p:nvSpPr>
            <p:spPr>
              <a:xfrm>
                <a:off x="7643208" y="3794005"/>
                <a:ext cx="29555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2" extrusionOk="0">
                    <a:moveTo>
                      <a:pt x="5" y="142"/>
                    </a:moveTo>
                    <a:cubicBezTo>
                      <a:pt x="0" y="123"/>
                      <a:pt x="3" y="104"/>
                      <a:pt x="5" y="85"/>
                    </a:cubicBezTo>
                    <a:cubicBezTo>
                      <a:pt x="7" y="72"/>
                      <a:pt x="8" y="59"/>
                      <a:pt x="8" y="47"/>
                    </a:cubicBezTo>
                    <a:cubicBezTo>
                      <a:pt x="8" y="39"/>
                      <a:pt x="7" y="31"/>
                      <a:pt x="6" y="23"/>
                    </a:cubicBezTo>
                    <a:cubicBezTo>
                      <a:pt x="5" y="16"/>
                      <a:pt x="4" y="8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8"/>
                      <a:pt x="7" y="16"/>
                      <a:pt x="8" y="23"/>
                    </a:cubicBezTo>
                    <a:cubicBezTo>
                      <a:pt x="9" y="31"/>
                      <a:pt x="10" y="39"/>
                      <a:pt x="10" y="47"/>
                    </a:cubicBezTo>
                    <a:cubicBezTo>
                      <a:pt x="10" y="59"/>
                      <a:pt x="9" y="72"/>
                      <a:pt x="7" y="85"/>
                    </a:cubicBezTo>
                    <a:cubicBezTo>
                      <a:pt x="5" y="104"/>
                      <a:pt x="2" y="123"/>
                      <a:pt x="7" y="142"/>
                    </a:cubicBezTo>
                    <a:lnTo>
                      <a:pt x="5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14" name="Google Shape;414;p23"/>
              <p:cNvSpPr/>
              <p:nvPr/>
            </p:nvSpPr>
            <p:spPr>
              <a:xfrm>
                <a:off x="768458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0" y="142"/>
                    </a:moveTo>
                    <a:cubicBezTo>
                      <a:pt x="0" y="95"/>
                      <a:pt x="1" y="47"/>
                      <a:pt x="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47"/>
                      <a:pt x="2" y="95"/>
                      <a:pt x="2" y="142"/>
                    </a:cubicBezTo>
                    <a:lnTo>
                      <a:pt x="0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15" name="Google Shape;415;p23"/>
              <p:cNvSpPr/>
              <p:nvPr/>
            </p:nvSpPr>
            <p:spPr>
              <a:xfrm>
                <a:off x="7727440" y="3794005"/>
                <a:ext cx="11822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4" h="141" extrusionOk="0">
                    <a:moveTo>
                      <a:pt x="3" y="141"/>
                    </a:moveTo>
                    <a:cubicBezTo>
                      <a:pt x="1" y="141"/>
                      <a:pt x="1" y="141"/>
                      <a:pt x="1" y="141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2" y="38"/>
                      <a:pt x="2" y="19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19"/>
                      <a:pt x="4" y="38"/>
                      <a:pt x="4" y="57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16" name="Google Shape;416;p23"/>
              <p:cNvSpPr/>
              <p:nvPr/>
            </p:nvSpPr>
            <p:spPr>
              <a:xfrm>
                <a:off x="775699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3" y="142"/>
                    </a:moveTo>
                    <a:cubicBezTo>
                      <a:pt x="1" y="142"/>
                      <a:pt x="1" y="142"/>
                      <a:pt x="1" y="142"/>
                    </a:cubicBezTo>
                    <a:cubicBezTo>
                      <a:pt x="2" y="95"/>
                      <a:pt x="2" y="47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47"/>
                      <a:pt x="4" y="95"/>
                      <a:pt x="3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17" name="Google Shape;417;p23"/>
              <p:cNvSpPr/>
              <p:nvPr/>
            </p:nvSpPr>
            <p:spPr>
              <a:xfrm>
                <a:off x="7795417" y="3794005"/>
                <a:ext cx="13300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9" h="284" extrusionOk="0">
                    <a:moveTo>
                      <a:pt x="4" y="284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9" y="284"/>
                    </a:lnTo>
                    <a:lnTo>
                      <a:pt x="4" y="2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18" name="Google Shape;418;p23"/>
              <p:cNvSpPr/>
              <p:nvPr/>
            </p:nvSpPr>
            <p:spPr>
              <a:xfrm>
                <a:off x="7829405" y="3794005"/>
                <a:ext cx="29555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1" extrusionOk="0">
                    <a:moveTo>
                      <a:pt x="3" y="141"/>
                    </a:moveTo>
                    <a:cubicBezTo>
                      <a:pt x="0" y="94"/>
                      <a:pt x="2" y="47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47"/>
                      <a:pt x="2" y="94"/>
                      <a:pt x="5" y="141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19" name="Google Shape;419;p23"/>
              <p:cNvSpPr/>
              <p:nvPr/>
            </p:nvSpPr>
            <p:spPr>
              <a:xfrm>
                <a:off x="7856005" y="3799916"/>
                <a:ext cx="20689" cy="416727"/>
              </a:xfrm>
              <a:custGeom>
                <a:avLst/>
                <a:gdLst/>
                <a:ahLst/>
                <a:cxnLst/>
                <a:rect l="l" t="t" r="r" b="b"/>
                <a:pathLst>
                  <a:path w="7" h="139" extrusionOk="0">
                    <a:moveTo>
                      <a:pt x="2" y="139"/>
                    </a:moveTo>
                    <a:cubicBezTo>
                      <a:pt x="0" y="139"/>
                      <a:pt x="0" y="139"/>
                      <a:pt x="0" y="139"/>
                    </a:cubicBezTo>
                    <a:cubicBezTo>
                      <a:pt x="1" y="93"/>
                      <a:pt x="2" y="46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46"/>
                      <a:pt x="3" y="93"/>
                      <a:pt x="2" y="1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7904771" y="3796961"/>
                <a:ext cx="14778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5" h="141" extrusionOk="0">
                    <a:moveTo>
                      <a:pt x="2" y="141"/>
                    </a:moveTo>
                    <a:cubicBezTo>
                      <a:pt x="0" y="141"/>
                      <a:pt x="0" y="141"/>
                      <a:pt x="0" y="141"/>
                    </a:cubicBezTo>
                    <a:cubicBezTo>
                      <a:pt x="2" y="94"/>
                      <a:pt x="3" y="47"/>
                      <a:pt x="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47"/>
                      <a:pt x="4" y="94"/>
                      <a:pt x="2" y="1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7946148" y="3796961"/>
                <a:ext cx="32511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11" h="140" extrusionOk="0">
                    <a:moveTo>
                      <a:pt x="9" y="140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21"/>
                      <a:pt x="3" y="16"/>
                      <a:pt x="2" y="10"/>
                    </a:cubicBezTo>
                    <a:cubicBezTo>
                      <a:pt x="1" y="10"/>
                      <a:pt x="1" y="9"/>
                      <a:pt x="1" y="8"/>
                    </a:cubicBezTo>
                    <a:cubicBezTo>
                      <a:pt x="0" y="6"/>
                      <a:pt x="0" y="3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5"/>
                      <a:pt x="3" y="8"/>
                    </a:cubicBezTo>
                    <a:cubicBezTo>
                      <a:pt x="3" y="9"/>
                      <a:pt x="3" y="9"/>
                      <a:pt x="3" y="10"/>
                    </a:cubicBezTo>
                    <a:cubicBezTo>
                      <a:pt x="5" y="15"/>
                      <a:pt x="5" y="21"/>
                      <a:pt x="5" y="27"/>
                    </a:cubicBezTo>
                    <a:cubicBezTo>
                      <a:pt x="11" y="140"/>
                      <a:pt x="11" y="140"/>
                      <a:pt x="11" y="140"/>
                    </a:cubicBezTo>
                    <a:lnTo>
                      <a:pt x="9" y="14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8006736" y="3796961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19"/>
                      <a:pt x="1" y="94"/>
                      <a:pt x="1" y="71"/>
                    </a:cubicBezTo>
                    <a:cubicBezTo>
                      <a:pt x="2" y="48"/>
                      <a:pt x="2" y="24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24"/>
                      <a:pt x="4" y="48"/>
                      <a:pt x="3" y="71"/>
                    </a:cubicBezTo>
                    <a:cubicBezTo>
                      <a:pt x="3" y="94"/>
                      <a:pt x="2" y="118"/>
                      <a:pt x="4" y="142"/>
                    </a:cubicBezTo>
                    <a:lnTo>
                      <a:pt x="2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24"/>
          <p:cNvGrpSpPr/>
          <p:nvPr/>
        </p:nvGrpSpPr>
        <p:grpSpPr>
          <a:xfrm>
            <a:off x="139610" y="-566284"/>
            <a:ext cx="9326710" cy="6002543"/>
            <a:chOff x="139610" y="-566284"/>
            <a:chExt cx="9326710" cy="6002543"/>
          </a:xfrm>
        </p:grpSpPr>
        <p:grpSp>
          <p:nvGrpSpPr>
            <p:cNvPr id="425" name="Google Shape;425;p24"/>
            <p:cNvGrpSpPr/>
            <p:nvPr/>
          </p:nvGrpSpPr>
          <p:grpSpPr>
            <a:xfrm>
              <a:off x="139610" y="4608504"/>
              <a:ext cx="1150979" cy="827754"/>
              <a:chOff x="7418590" y="3791050"/>
              <a:chExt cx="599968" cy="431504"/>
            </a:xfrm>
          </p:grpSpPr>
          <p:sp>
            <p:nvSpPr>
              <p:cNvPr id="426" name="Google Shape;426;p24"/>
              <p:cNvSpPr/>
              <p:nvPr/>
            </p:nvSpPr>
            <p:spPr>
              <a:xfrm>
                <a:off x="7418590" y="3794005"/>
                <a:ext cx="17733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6" h="140" extrusionOk="0">
                    <a:moveTo>
                      <a:pt x="6" y="140"/>
                    </a:moveTo>
                    <a:cubicBezTo>
                      <a:pt x="4" y="140"/>
                      <a:pt x="4" y="140"/>
                      <a:pt x="4" y="140"/>
                    </a:cubicBezTo>
                    <a:cubicBezTo>
                      <a:pt x="4" y="93"/>
                      <a:pt x="3" y="47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5" y="47"/>
                      <a:pt x="6" y="93"/>
                      <a:pt x="6" y="1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27" name="Google Shape;427;p24"/>
              <p:cNvSpPr/>
              <p:nvPr/>
            </p:nvSpPr>
            <p:spPr>
              <a:xfrm>
                <a:off x="7445189" y="3796961"/>
                <a:ext cx="17733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6" h="141" extrusionOk="0">
                    <a:moveTo>
                      <a:pt x="3" y="141"/>
                    </a:moveTo>
                    <a:cubicBezTo>
                      <a:pt x="2" y="123"/>
                      <a:pt x="3" y="105"/>
                      <a:pt x="3" y="87"/>
                    </a:cubicBezTo>
                    <a:cubicBezTo>
                      <a:pt x="4" y="67"/>
                      <a:pt x="4" y="46"/>
                      <a:pt x="2" y="26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16"/>
                      <a:pt x="0" y="8"/>
                      <a:pt x="2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2" y="8"/>
                      <a:pt x="3" y="16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6" y="46"/>
                      <a:pt x="6" y="67"/>
                      <a:pt x="5" y="87"/>
                    </a:cubicBezTo>
                    <a:cubicBezTo>
                      <a:pt x="5" y="105"/>
                      <a:pt x="4" y="123"/>
                      <a:pt x="5" y="140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28" name="Google Shape;428;p24"/>
              <p:cNvSpPr/>
              <p:nvPr/>
            </p:nvSpPr>
            <p:spPr>
              <a:xfrm>
                <a:off x="7486566" y="3794005"/>
                <a:ext cx="20689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7" h="141" extrusionOk="0">
                    <a:moveTo>
                      <a:pt x="1" y="141"/>
                    </a:moveTo>
                    <a:cubicBezTo>
                      <a:pt x="0" y="120"/>
                      <a:pt x="1" y="100"/>
                      <a:pt x="2" y="80"/>
                    </a:cubicBezTo>
                    <a:cubicBezTo>
                      <a:pt x="3" y="54"/>
                      <a:pt x="5" y="27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27"/>
                      <a:pt x="5" y="54"/>
                      <a:pt x="4" y="80"/>
                    </a:cubicBezTo>
                    <a:cubicBezTo>
                      <a:pt x="3" y="100"/>
                      <a:pt x="2" y="120"/>
                      <a:pt x="3" y="141"/>
                    </a:cubicBezTo>
                    <a:lnTo>
                      <a:pt x="1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7535332" y="3791050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1" y="95"/>
                      <a:pt x="2" y="47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47"/>
                      <a:pt x="3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7567843" y="3791050"/>
                <a:ext cx="26600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9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5" y="95"/>
                      <a:pt x="7" y="47"/>
                      <a:pt x="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9" y="47"/>
                      <a:pt x="7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7597398" y="3794005"/>
                <a:ext cx="19211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6" h="142" extrusionOk="0">
                    <a:moveTo>
                      <a:pt x="2" y="142"/>
                    </a:moveTo>
                    <a:cubicBezTo>
                      <a:pt x="0" y="142"/>
                      <a:pt x="0" y="142"/>
                      <a:pt x="0" y="142"/>
                    </a:cubicBezTo>
                    <a:cubicBezTo>
                      <a:pt x="0" y="95"/>
                      <a:pt x="2" y="47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7"/>
                      <a:pt x="2" y="95"/>
                      <a:pt x="2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7643208" y="3794005"/>
                <a:ext cx="29555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2" extrusionOk="0">
                    <a:moveTo>
                      <a:pt x="5" y="142"/>
                    </a:moveTo>
                    <a:cubicBezTo>
                      <a:pt x="0" y="123"/>
                      <a:pt x="3" y="104"/>
                      <a:pt x="5" y="85"/>
                    </a:cubicBezTo>
                    <a:cubicBezTo>
                      <a:pt x="7" y="72"/>
                      <a:pt x="8" y="59"/>
                      <a:pt x="8" y="47"/>
                    </a:cubicBezTo>
                    <a:cubicBezTo>
                      <a:pt x="8" y="39"/>
                      <a:pt x="7" y="31"/>
                      <a:pt x="6" y="23"/>
                    </a:cubicBezTo>
                    <a:cubicBezTo>
                      <a:pt x="5" y="16"/>
                      <a:pt x="4" y="8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8"/>
                      <a:pt x="7" y="16"/>
                      <a:pt x="8" y="23"/>
                    </a:cubicBezTo>
                    <a:cubicBezTo>
                      <a:pt x="9" y="31"/>
                      <a:pt x="10" y="39"/>
                      <a:pt x="10" y="47"/>
                    </a:cubicBezTo>
                    <a:cubicBezTo>
                      <a:pt x="10" y="59"/>
                      <a:pt x="9" y="72"/>
                      <a:pt x="7" y="85"/>
                    </a:cubicBezTo>
                    <a:cubicBezTo>
                      <a:pt x="5" y="104"/>
                      <a:pt x="2" y="123"/>
                      <a:pt x="7" y="142"/>
                    </a:cubicBezTo>
                    <a:lnTo>
                      <a:pt x="5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768458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0" y="142"/>
                    </a:moveTo>
                    <a:cubicBezTo>
                      <a:pt x="0" y="95"/>
                      <a:pt x="1" y="47"/>
                      <a:pt x="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47"/>
                      <a:pt x="2" y="95"/>
                      <a:pt x="2" y="142"/>
                    </a:cubicBezTo>
                    <a:lnTo>
                      <a:pt x="0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7727440" y="3794005"/>
                <a:ext cx="11822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4" h="141" extrusionOk="0">
                    <a:moveTo>
                      <a:pt x="3" y="141"/>
                    </a:moveTo>
                    <a:cubicBezTo>
                      <a:pt x="1" y="141"/>
                      <a:pt x="1" y="141"/>
                      <a:pt x="1" y="141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2" y="38"/>
                      <a:pt x="2" y="19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19"/>
                      <a:pt x="4" y="38"/>
                      <a:pt x="4" y="57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7756995" y="3794005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3" y="142"/>
                    </a:moveTo>
                    <a:cubicBezTo>
                      <a:pt x="1" y="142"/>
                      <a:pt x="1" y="142"/>
                      <a:pt x="1" y="142"/>
                    </a:cubicBezTo>
                    <a:cubicBezTo>
                      <a:pt x="2" y="95"/>
                      <a:pt x="2" y="47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47"/>
                      <a:pt x="4" y="95"/>
                      <a:pt x="3" y="1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7795417" y="3794005"/>
                <a:ext cx="13300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9" h="284" extrusionOk="0">
                    <a:moveTo>
                      <a:pt x="4" y="284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9" y="284"/>
                    </a:lnTo>
                    <a:lnTo>
                      <a:pt x="4" y="2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7829405" y="3794005"/>
                <a:ext cx="29555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1" extrusionOk="0">
                    <a:moveTo>
                      <a:pt x="3" y="141"/>
                    </a:moveTo>
                    <a:cubicBezTo>
                      <a:pt x="0" y="94"/>
                      <a:pt x="2" y="47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47"/>
                      <a:pt x="2" y="94"/>
                      <a:pt x="5" y="141"/>
                    </a:cubicBezTo>
                    <a:lnTo>
                      <a:pt x="3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7856005" y="3799916"/>
                <a:ext cx="20689" cy="416727"/>
              </a:xfrm>
              <a:custGeom>
                <a:avLst/>
                <a:gdLst/>
                <a:ahLst/>
                <a:cxnLst/>
                <a:rect l="l" t="t" r="r" b="b"/>
                <a:pathLst>
                  <a:path w="7" h="139" extrusionOk="0">
                    <a:moveTo>
                      <a:pt x="2" y="139"/>
                    </a:moveTo>
                    <a:cubicBezTo>
                      <a:pt x="0" y="139"/>
                      <a:pt x="0" y="139"/>
                      <a:pt x="0" y="139"/>
                    </a:cubicBezTo>
                    <a:cubicBezTo>
                      <a:pt x="1" y="93"/>
                      <a:pt x="2" y="46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46"/>
                      <a:pt x="3" y="93"/>
                      <a:pt x="2" y="1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7904771" y="3796961"/>
                <a:ext cx="14778" cy="422638"/>
              </a:xfrm>
              <a:custGeom>
                <a:avLst/>
                <a:gdLst/>
                <a:ahLst/>
                <a:cxnLst/>
                <a:rect l="l" t="t" r="r" b="b"/>
                <a:pathLst>
                  <a:path w="5" h="141" extrusionOk="0">
                    <a:moveTo>
                      <a:pt x="2" y="141"/>
                    </a:moveTo>
                    <a:cubicBezTo>
                      <a:pt x="0" y="141"/>
                      <a:pt x="0" y="141"/>
                      <a:pt x="0" y="141"/>
                    </a:cubicBezTo>
                    <a:cubicBezTo>
                      <a:pt x="2" y="94"/>
                      <a:pt x="3" y="47"/>
                      <a:pt x="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47"/>
                      <a:pt x="4" y="94"/>
                      <a:pt x="2" y="1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7946148" y="3796961"/>
                <a:ext cx="32511" cy="419682"/>
              </a:xfrm>
              <a:custGeom>
                <a:avLst/>
                <a:gdLst/>
                <a:ahLst/>
                <a:cxnLst/>
                <a:rect l="l" t="t" r="r" b="b"/>
                <a:pathLst>
                  <a:path w="11" h="140" extrusionOk="0">
                    <a:moveTo>
                      <a:pt x="9" y="140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21"/>
                      <a:pt x="3" y="16"/>
                      <a:pt x="2" y="10"/>
                    </a:cubicBezTo>
                    <a:cubicBezTo>
                      <a:pt x="1" y="10"/>
                      <a:pt x="1" y="9"/>
                      <a:pt x="1" y="8"/>
                    </a:cubicBezTo>
                    <a:cubicBezTo>
                      <a:pt x="0" y="6"/>
                      <a:pt x="0" y="3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5"/>
                      <a:pt x="3" y="8"/>
                    </a:cubicBezTo>
                    <a:cubicBezTo>
                      <a:pt x="3" y="9"/>
                      <a:pt x="3" y="9"/>
                      <a:pt x="3" y="10"/>
                    </a:cubicBezTo>
                    <a:cubicBezTo>
                      <a:pt x="5" y="15"/>
                      <a:pt x="5" y="21"/>
                      <a:pt x="5" y="27"/>
                    </a:cubicBezTo>
                    <a:cubicBezTo>
                      <a:pt x="11" y="140"/>
                      <a:pt x="11" y="140"/>
                      <a:pt x="11" y="140"/>
                    </a:cubicBezTo>
                    <a:lnTo>
                      <a:pt x="9" y="14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8006736" y="3796961"/>
                <a:ext cx="11822" cy="425593"/>
              </a:xfrm>
              <a:custGeom>
                <a:avLst/>
                <a:gdLst/>
                <a:ahLst/>
                <a:cxnLst/>
                <a:rect l="l" t="t" r="r" b="b"/>
                <a:pathLst>
                  <a:path w="4" h="142" extrusionOk="0">
                    <a:moveTo>
                      <a:pt x="2" y="142"/>
                    </a:moveTo>
                    <a:cubicBezTo>
                      <a:pt x="0" y="119"/>
                      <a:pt x="1" y="94"/>
                      <a:pt x="1" y="71"/>
                    </a:cubicBezTo>
                    <a:cubicBezTo>
                      <a:pt x="2" y="48"/>
                      <a:pt x="2" y="24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24"/>
                      <a:pt x="4" y="48"/>
                      <a:pt x="3" y="71"/>
                    </a:cubicBezTo>
                    <a:cubicBezTo>
                      <a:pt x="3" y="94"/>
                      <a:pt x="2" y="118"/>
                      <a:pt x="4" y="142"/>
                    </a:cubicBezTo>
                    <a:lnTo>
                      <a:pt x="2" y="1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442" name="Google Shape;442;p24"/>
            <p:cNvGrpSpPr/>
            <p:nvPr/>
          </p:nvGrpSpPr>
          <p:grpSpPr>
            <a:xfrm>
              <a:off x="8428899" y="-566284"/>
              <a:ext cx="1037421" cy="1101296"/>
              <a:chOff x="4839909" y="3994980"/>
              <a:chExt cx="696022" cy="738877"/>
            </a:xfrm>
          </p:grpSpPr>
          <p:sp>
            <p:nvSpPr>
              <p:cNvPr id="443" name="Google Shape;443;p24"/>
              <p:cNvSpPr/>
              <p:nvPr/>
            </p:nvSpPr>
            <p:spPr>
              <a:xfrm>
                <a:off x="4839909" y="3994980"/>
                <a:ext cx="696022" cy="738877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46" extrusionOk="0">
                    <a:moveTo>
                      <a:pt x="106" y="246"/>
                    </a:moveTo>
                    <a:cubicBezTo>
                      <a:pt x="91" y="246"/>
                      <a:pt x="80" y="244"/>
                      <a:pt x="70" y="239"/>
                    </a:cubicBezTo>
                    <a:cubicBezTo>
                      <a:pt x="62" y="235"/>
                      <a:pt x="55" y="229"/>
                      <a:pt x="48" y="222"/>
                    </a:cubicBezTo>
                    <a:cubicBezTo>
                      <a:pt x="32" y="208"/>
                      <a:pt x="15" y="192"/>
                      <a:pt x="8" y="170"/>
                    </a:cubicBezTo>
                    <a:cubicBezTo>
                      <a:pt x="3" y="155"/>
                      <a:pt x="3" y="139"/>
                      <a:pt x="4" y="123"/>
                    </a:cubicBezTo>
                    <a:cubicBezTo>
                      <a:pt x="4" y="122"/>
                      <a:pt x="4" y="122"/>
                      <a:pt x="4" y="122"/>
                    </a:cubicBezTo>
                    <a:cubicBezTo>
                      <a:pt x="5" y="76"/>
                      <a:pt x="4" y="42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6" y="42"/>
                      <a:pt x="7" y="76"/>
                      <a:pt x="6" y="122"/>
                    </a:cubicBezTo>
                    <a:cubicBezTo>
                      <a:pt x="6" y="123"/>
                      <a:pt x="6" y="123"/>
                      <a:pt x="6" y="123"/>
                    </a:cubicBezTo>
                    <a:cubicBezTo>
                      <a:pt x="5" y="139"/>
                      <a:pt x="5" y="155"/>
                      <a:pt x="10" y="170"/>
                    </a:cubicBezTo>
                    <a:cubicBezTo>
                      <a:pt x="17" y="191"/>
                      <a:pt x="34" y="207"/>
                      <a:pt x="49" y="221"/>
                    </a:cubicBezTo>
                    <a:cubicBezTo>
                      <a:pt x="56" y="227"/>
                      <a:pt x="63" y="233"/>
                      <a:pt x="71" y="238"/>
                    </a:cubicBezTo>
                    <a:cubicBezTo>
                      <a:pt x="81" y="242"/>
                      <a:pt x="92" y="244"/>
                      <a:pt x="107" y="244"/>
                    </a:cubicBezTo>
                    <a:cubicBezTo>
                      <a:pt x="129" y="244"/>
                      <a:pt x="150" y="240"/>
                      <a:pt x="168" y="231"/>
                    </a:cubicBezTo>
                    <a:cubicBezTo>
                      <a:pt x="187" y="221"/>
                      <a:pt x="203" y="206"/>
                      <a:pt x="212" y="188"/>
                    </a:cubicBezTo>
                    <a:cubicBezTo>
                      <a:pt x="222" y="171"/>
                      <a:pt x="224" y="150"/>
                      <a:pt x="226" y="131"/>
                    </a:cubicBezTo>
                    <a:cubicBezTo>
                      <a:pt x="230" y="88"/>
                      <a:pt x="229" y="43"/>
                      <a:pt x="228" y="0"/>
                    </a:cubicBezTo>
                    <a:cubicBezTo>
                      <a:pt x="230" y="0"/>
                      <a:pt x="230" y="0"/>
                      <a:pt x="230" y="0"/>
                    </a:cubicBezTo>
                    <a:cubicBezTo>
                      <a:pt x="231" y="43"/>
                      <a:pt x="232" y="88"/>
                      <a:pt x="228" y="131"/>
                    </a:cubicBezTo>
                    <a:cubicBezTo>
                      <a:pt x="226" y="151"/>
                      <a:pt x="224" y="171"/>
                      <a:pt x="214" y="189"/>
                    </a:cubicBezTo>
                    <a:cubicBezTo>
                      <a:pt x="205" y="207"/>
                      <a:pt x="189" y="223"/>
                      <a:pt x="169" y="233"/>
                    </a:cubicBezTo>
                    <a:cubicBezTo>
                      <a:pt x="151" y="242"/>
                      <a:pt x="129" y="246"/>
                      <a:pt x="107" y="246"/>
                    </a:cubicBezTo>
                    <a:cubicBezTo>
                      <a:pt x="107" y="246"/>
                      <a:pt x="106" y="246"/>
                      <a:pt x="106" y="2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44" name="Google Shape;444;p24"/>
              <p:cNvSpPr/>
              <p:nvPr/>
            </p:nvSpPr>
            <p:spPr>
              <a:xfrm>
                <a:off x="4875375" y="4006802"/>
                <a:ext cx="616223" cy="678289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6" extrusionOk="0">
                    <a:moveTo>
                      <a:pt x="90" y="226"/>
                    </a:moveTo>
                    <a:cubicBezTo>
                      <a:pt x="85" y="226"/>
                      <a:pt x="80" y="225"/>
                      <a:pt x="76" y="223"/>
                    </a:cubicBezTo>
                    <a:cubicBezTo>
                      <a:pt x="71" y="222"/>
                      <a:pt x="66" y="219"/>
                      <a:pt x="61" y="216"/>
                    </a:cubicBezTo>
                    <a:cubicBezTo>
                      <a:pt x="49" y="209"/>
                      <a:pt x="36" y="202"/>
                      <a:pt x="26" y="191"/>
                    </a:cubicBezTo>
                    <a:cubicBezTo>
                      <a:pt x="17" y="181"/>
                      <a:pt x="11" y="168"/>
                      <a:pt x="8" y="152"/>
                    </a:cubicBezTo>
                    <a:cubicBezTo>
                      <a:pt x="5" y="138"/>
                      <a:pt x="4" y="123"/>
                      <a:pt x="4" y="10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6" y="109"/>
                      <a:pt x="6" y="109"/>
                      <a:pt x="6" y="109"/>
                    </a:cubicBezTo>
                    <a:cubicBezTo>
                      <a:pt x="6" y="123"/>
                      <a:pt x="7" y="138"/>
                      <a:pt x="10" y="152"/>
                    </a:cubicBezTo>
                    <a:cubicBezTo>
                      <a:pt x="13" y="167"/>
                      <a:pt x="19" y="180"/>
                      <a:pt x="28" y="190"/>
                    </a:cubicBezTo>
                    <a:cubicBezTo>
                      <a:pt x="37" y="201"/>
                      <a:pt x="50" y="208"/>
                      <a:pt x="62" y="215"/>
                    </a:cubicBezTo>
                    <a:cubicBezTo>
                      <a:pt x="67" y="217"/>
                      <a:pt x="72" y="220"/>
                      <a:pt x="77" y="222"/>
                    </a:cubicBezTo>
                    <a:cubicBezTo>
                      <a:pt x="86" y="224"/>
                      <a:pt x="96" y="224"/>
                      <a:pt x="108" y="221"/>
                    </a:cubicBezTo>
                    <a:cubicBezTo>
                      <a:pt x="118" y="218"/>
                      <a:pt x="127" y="213"/>
                      <a:pt x="137" y="208"/>
                    </a:cubicBezTo>
                    <a:cubicBezTo>
                      <a:pt x="162" y="196"/>
                      <a:pt x="162" y="196"/>
                      <a:pt x="162" y="196"/>
                    </a:cubicBezTo>
                    <a:cubicBezTo>
                      <a:pt x="169" y="192"/>
                      <a:pt x="178" y="187"/>
                      <a:pt x="184" y="180"/>
                    </a:cubicBezTo>
                    <a:cubicBezTo>
                      <a:pt x="190" y="172"/>
                      <a:pt x="192" y="162"/>
                      <a:pt x="194" y="153"/>
                    </a:cubicBezTo>
                    <a:cubicBezTo>
                      <a:pt x="201" y="115"/>
                      <a:pt x="203" y="75"/>
                      <a:pt x="199" y="37"/>
                    </a:cubicBezTo>
                    <a:cubicBezTo>
                      <a:pt x="199" y="35"/>
                      <a:pt x="199" y="33"/>
                      <a:pt x="198" y="31"/>
                    </a:cubicBezTo>
                    <a:cubicBezTo>
                      <a:pt x="197" y="21"/>
                      <a:pt x="196" y="10"/>
                      <a:pt x="197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8" y="10"/>
                      <a:pt x="199" y="21"/>
                      <a:pt x="200" y="31"/>
                    </a:cubicBezTo>
                    <a:cubicBezTo>
                      <a:pt x="201" y="33"/>
                      <a:pt x="201" y="35"/>
                      <a:pt x="201" y="36"/>
                    </a:cubicBezTo>
                    <a:cubicBezTo>
                      <a:pt x="205" y="75"/>
                      <a:pt x="203" y="115"/>
                      <a:pt x="196" y="153"/>
                    </a:cubicBezTo>
                    <a:cubicBezTo>
                      <a:pt x="194" y="163"/>
                      <a:pt x="192" y="173"/>
                      <a:pt x="185" y="181"/>
                    </a:cubicBezTo>
                    <a:cubicBezTo>
                      <a:pt x="179" y="189"/>
                      <a:pt x="170" y="193"/>
                      <a:pt x="162" y="197"/>
                    </a:cubicBezTo>
                    <a:cubicBezTo>
                      <a:pt x="138" y="210"/>
                      <a:pt x="138" y="210"/>
                      <a:pt x="138" y="210"/>
                    </a:cubicBezTo>
                    <a:cubicBezTo>
                      <a:pt x="128" y="215"/>
                      <a:pt x="119" y="220"/>
                      <a:pt x="108" y="223"/>
                    </a:cubicBezTo>
                    <a:cubicBezTo>
                      <a:pt x="102" y="225"/>
                      <a:pt x="96" y="226"/>
                      <a:pt x="90" y="22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45" name="Google Shape;445;p24"/>
              <p:cNvSpPr/>
              <p:nvPr/>
            </p:nvSpPr>
            <p:spPr>
              <a:xfrm>
                <a:off x="4921185" y="4003846"/>
                <a:ext cx="509825" cy="617701"/>
              </a:xfrm>
              <a:custGeom>
                <a:avLst/>
                <a:gdLst/>
                <a:ahLst/>
                <a:cxnLst/>
                <a:rect l="l" t="t" r="r" b="b"/>
                <a:pathLst>
                  <a:path w="170" h="206" extrusionOk="0">
                    <a:moveTo>
                      <a:pt x="83" y="206"/>
                    </a:moveTo>
                    <a:cubicBezTo>
                      <a:pt x="79" y="206"/>
                      <a:pt x="75" y="206"/>
                      <a:pt x="71" y="205"/>
                    </a:cubicBezTo>
                    <a:cubicBezTo>
                      <a:pt x="53" y="203"/>
                      <a:pt x="36" y="194"/>
                      <a:pt x="25" y="182"/>
                    </a:cubicBezTo>
                    <a:cubicBezTo>
                      <a:pt x="10" y="164"/>
                      <a:pt x="6" y="138"/>
                      <a:pt x="4" y="114"/>
                    </a:cubicBezTo>
                    <a:cubicBezTo>
                      <a:pt x="1" y="79"/>
                      <a:pt x="1" y="43"/>
                      <a:pt x="0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3" y="43"/>
                      <a:pt x="3" y="79"/>
                      <a:pt x="6" y="114"/>
                    </a:cubicBezTo>
                    <a:cubicBezTo>
                      <a:pt x="8" y="138"/>
                      <a:pt x="12" y="163"/>
                      <a:pt x="27" y="180"/>
                    </a:cubicBezTo>
                    <a:cubicBezTo>
                      <a:pt x="38" y="193"/>
                      <a:pt x="54" y="201"/>
                      <a:pt x="72" y="203"/>
                    </a:cubicBezTo>
                    <a:cubicBezTo>
                      <a:pt x="87" y="206"/>
                      <a:pt x="105" y="203"/>
                      <a:pt x="122" y="197"/>
                    </a:cubicBezTo>
                    <a:cubicBezTo>
                      <a:pt x="135" y="192"/>
                      <a:pt x="144" y="186"/>
                      <a:pt x="150" y="179"/>
                    </a:cubicBezTo>
                    <a:cubicBezTo>
                      <a:pt x="161" y="166"/>
                      <a:pt x="163" y="148"/>
                      <a:pt x="165" y="130"/>
                    </a:cubicBezTo>
                    <a:cubicBezTo>
                      <a:pt x="168" y="87"/>
                      <a:pt x="168" y="43"/>
                      <a:pt x="165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70" y="43"/>
                      <a:pt x="170" y="87"/>
                      <a:pt x="167" y="130"/>
                    </a:cubicBezTo>
                    <a:cubicBezTo>
                      <a:pt x="165" y="148"/>
                      <a:pt x="163" y="167"/>
                      <a:pt x="152" y="180"/>
                    </a:cubicBezTo>
                    <a:cubicBezTo>
                      <a:pt x="145" y="188"/>
                      <a:pt x="136" y="194"/>
                      <a:pt x="123" y="199"/>
                    </a:cubicBezTo>
                    <a:cubicBezTo>
                      <a:pt x="110" y="204"/>
                      <a:pt x="96" y="206"/>
                      <a:pt x="83" y="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4968473" y="4003846"/>
                <a:ext cx="406382" cy="57632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92" extrusionOk="0">
                    <a:moveTo>
                      <a:pt x="67" y="192"/>
                    </a:moveTo>
                    <a:cubicBezTo>
                      <a:pt x="62" y="192"/>
                      <a:pt x="57" y="191"/>
                      <a:pt x="52" y="189"/>
                    </a:cubicBezTo>
                    <a:cubicBezTo>
                      <a:pt x="47" y="188"/>
                      <a:pt x="41" y="185"/>
                      <a:pt x="35" y="180"/>
                    </a:cubicBezTo>
                    <a:cubicBezTo>
                      <a:pt x="26" y="174"/>
                      <a:pt x="19" y="166"/>
                      <a:pt x="15" y="158"/>
                    </a:cubicBezTo>
                    <a:cubicBezTo>
                      <a:pt x="7" y="145"/>
                      <a:pt x="5" y="129"/>
                      <a:pt x="4" y="113"/>
                    </a:cubicBezTo>
                    <a:cubicBezTo>
                      <a:pt x="1" y="79"/>
                      <a:pt x="0" y="44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44"/>
                      <a:pt x="3" y="79"/>
                      <a:pt x="6" y="113"/>
                    </a:cubicBezTo>
                    <a:cubicBezTo>
                      <a:pt x="7" y="129"/>
                      <a:pt x="9" y="144"/>
                      <a:pt x="17" y="157"/>
                    </a:cubicBezTo>
                    <a:cubicBezTo>
                      <a:pt x="21" y="165"/>
                      <a:pt x="28" y="172"/>
                      <a:pt x="37" y="179"/>
                    </a:cubicBezTo>
                    <a:cubicBezTo>
                      <a:pt x="42" y="183"/>
                      <a:pt x="47" y="186"/>
                      <a:pt x="52" y="187"/>
                    </a:cubicBezTo>
                    <a:cubicBezTo>
                      <a:pt x="64" y="191"/>
                      <a:pt x="77" y="189"/>
                      <a:pt x="87" y="187"/>
                    </a:cubicBezTo>
                    <a:cubicBezTo>
                      <a:pt x="98" y="185"/>
                      <a:pt x="113" y="180"/>
                      <a:pt x="122" y="170"/>
                    </a:cubicBezTo>
                    <a:cubicBezTo>
                      <a:pt x="131" y="158"/>
                      <a:pt x="132" y="142"/>
                      <a:pt x="133" y="125"/>
                    </a:cubicBezTo>
                    <a:cubicBezTo>
                      <a:pt x="133" y="84"/>
                      <a:pt x="133" y="42"/>
                      <a:pt x="13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42"/>
                      <a:pt x="135" y="84"/>
                      <a:pt x="135" y="125"/>
                    </a:cubicBezTo>
                    <a:cubicBezTo>
                      <a:pt x="134" y="142"/>
                      <a:pt x="133" y="159"/>
                      <a:pt x="123" y="171"/>
                    </a:cubicBezTo>
                    <a:cubicBezTo>
                      <a:pt x="114" y="182"/>
                      <a:pt x="98" y="187"/>
                      <a:pt x="87" y="189"/>
                    </a:cubicBezTo>
                    <a:cubicBezTo>
                      <a:pt x="81" y="190"/>
                      <a:pt x="75" y="192"/>
                      <a:pt x="67" y="1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5017239" y="4003846"/>
                <a:ext cx="323628" cy="530514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77" extrusionOk="0">
                    <a:moveTo>
                      <a:pt x="54" y="177"/>
                    </a:moveTo>
                    <a:cubicBezTo>
                      <a:pt x="52" y="177"/>
                      <a:pt x="51" y="176"/>
                      <a:pt x="49" y="176"/>
                    </a:cubicBezTo>
                    <a:cubicBezTo>
                      <a:pt x="34" y="175"/>
                      <a:pt x="20" y="166"/>
                      <a:pt x="14" y="154"/>
                    </a:cubicBezTo>
                    <a:cubicBezTo>
                      <a:pt x="9" y="145"/>
                      <a:pt x="8" y="133"/>
                      <a:pt x="7" y="124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1" y="35"/>
                      <a:pt x="0" y="22"/>
                      <a:pt x="2" y="9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2" y="22"/>
                      <a:pt x="3" y="35"/>
                      <a:pt x="4" y="48"/>
                    </a:cubicBezTo>
                    <a:cubicBezTo>
                      <a:pt x="9" y="123"/>
                      <a:pt x="9" y="123"/>
                      <a:pt x="9" y="123"/>
                    </a:cubicBezTo>
                    <a:cubicBezTo>
                      <a:pt x="10" y="133"/>
                      <a:pt x="11" y="144"/>
                      <a:pt x="16" y="153"/>
                    </a:cubicBezTo>
                    <a:cubicBezTo>
                      <a:pt x="22" y="165"/>
                      <a:pt x="35" y="173"/>
                      <a:pt x="49" y="174"/>
                    </a:cubicBezTo>
                    <a:cubicBezTo>
                      <a:pt x="62" y="176"/>
                      <a:pt x="76" y="172"/>
                      <a:pt x="88" y="163"/>
                    </a:cubicBezTo>
                    <a:cubicBezTo>
                      <a:pt x="93" y="160"/>
                      <a:pt x="96" y="157"/>
                      <a:pt x="98" y="154"/>
                    </a:cubicBezTo>
                    <a:cubicBezTo>
                      <a:pt x="104" y="145"/>
                      <a:pt x="105" y="134"/>
                      <a:pt x="105" y="123"/>
                    </a:cubicBezTo>
                    <a:cubicBezTo>
                      <a:pt x="106" y="82"/>
                      <a:pt x="105" y="41"/>
                      <a:pt x="101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7" y="41"/>
                      <a:pt x="108" y="82"/>
                      <a:pt x="107" y="123"/>
                    </a:cubicBezTo>
                    <a:cubicBezTo>
                      <a:pt x="107" y="134"/>
                      <a:pt x="106" y="146"/>
                      <a:pt x="100" y="155"/>
                    </a:cubicBezTo>
                    <a:cubicBezTo>
                      <a:pt x="97" y="158"/>
                      <a:pt x="94" y="162"/>
                      <a:pt x="89" y="165"/>
                    </a:cubicBezTo>
                    <a:cubicBezTo>
                      <a:pt x="78" y="172"/>
                      <a:pt x="66" y="177"/>
                      <a:pt x="54" y="1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5064527" y="4009757"/>
                <a:ext cx="226096" cy="471403"/>
              </a:xfrm>
              <a:custGeom>
                <a:avLst/>
                <a:gdLst/>
                <a:ahLst/>
                <a:cxnLst/>
                <a:rect l="l" t="t" r="r" b="b"/>
                <a:pathLst>
                  <a:path w="75" h="157" extrusionOk="0">
                    <a:moveTo>
                      <a:pt x="43" y="157"/>
                    </a:moveTo>
                    <a:cubicBezTo>
                      <a:pt x="40" y="157"/>
                      <a:pt x="36" y="157"/>
                      <a:pt x="33" y="155"/>
                    </a:cubicBezTo>
                    <a:cubicBezTo>
                      <a:pt x="24" y="152"/>
                      <a:pt x="16" y="145"/>
                      <a:pt x="13" y="136"/>
                    </a:cubicBezTo>
                    <a:cubicBezTo>
                      <a:pt x="11" y="131"/>
                      <a:pt x="10" y="124"/>
                      <a:pt x="10" y="118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12" y="118"/>
                      <a:pt x="12" y="118"/>
                      <a:pt x="12" y="118"/>
                    </a:cubicBezTo>
                    <a:cubicBezTo>
                      <a:pt x="12" y="124"/>
                      <a:pt x="13" y="130"/>
                      <a:pt x="15" y="136"/>
                    </a:cubicBezTo>
                    <a:cubicBezTo>
                      <a:pt x="18" y="144"/>
                      <a:pt x="25" y="151"/>
                      <a:pt x="34" y="154"/>
                    </a:cubicBezTo>
                    <a:cubicBezTo>
                      <a:pt x="42" y="156"/>
                      <a:pt x="52" y="155"/>
                      <a:pt x="60" y="150"/>
                    </a:cubicBezTo>
                    <a:cubicBezTo>
                      <a:pt x="64" y="147"/>
                      <a:pt x="68" y="144"/>
                      <a:pt x="70" y="139"/>
                    </a:cubicBezTo>
                    <a:cubicBezTo>
                      <a:pt x="72" y="134"/>
                      <a:pt x="72" y="128"/>
                      <a:pt x="72" y="123"/>
                    </a:cubicBezTo>
                    <a:cubicBezTo>
                      <a:pt x="73" y="104"/>
                      <a:pt x="73" y="104"/>
                      <a:pt x="73" y="104"/>
                    </a:cubicBezTo>
                    <a:cubicBezTo>
                      <a:pt x="73" y="95"/>
                      <a:pt x="73" y="85"/>
                      <a:pt x="73" y="76"/>
                    </a:cubicBezTo>
                    <a:cubicBezTo>
                      <a:pt x="73" y="51"/>
                      <a:pt x="70" y="25"/>
                      <a:pt x="67" y="1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72" y="25"/>
                      <a:pt x="75" y="51"/>
                      <a:pt x="75" y="76"/>
                    </a:cubicBezTo>
                    <a:cubicBezTo>
                      <a:pt x="75" y="85"/>
                      <a:pt x="75" y="95"/>
                      <a:pt x="75" y="104"/>
                    </a:cubicBezTo>
                    <a:cubicBezTo>
                      <a:pt x="74" y="123"/>
                      <a:pt x="74" y="123"/>
                      <a:pt x="74" y="123"/>
                    </a:cubicBezTo>
                    <a:cubicBezTo>
                      <a:pt x="74" y="129"/>
                      <a:pt x="74" y="135"/>
                      <a:pt x="71" y="140"/>
                    </a:cubicBezTo>
                    <a:cubicBezTo>
                      <a:pt x="69" y="145"/>
                      <a:pt x="66" y="149"/>
                      <a:pt x="61" y="152"/>
                    </a:cubicBezTo>
                    <a:cubicBezTo>
                      <a:pt x="56" y="155"/>
                      <a:pt x="49" y="157"/>
                      <a:pt x="43" y="1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5104427" y="4033402"/>
                <a:ext cx="152209" cy="396038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2" extrusionOk="0">
                    <a:moveTo>
                      <a:pt x="31" y="132"/>
                    </a:moveTo>
                    <a:cubicBezTo>
                      <a:pt x="29" y="132"/>
                      <a:pt x="28" y="132"/>
                      <a:pt x="26" y="132"/>
                    </a:cubicBezTo>
                    <a:cubicBezTo>
                      <a:pt x="18" y="130"/>
                      <a:pt x="11" y="124"/>
                      <a:pt x="8" y="115"/>
                    </a:cubicBezTo>
                    <a:cubicBezTo>
                      <a:pt x="6" y="109"/>
                      <a:pt x="5" y="104"/>
                      <a:pt x="5" y="98"/>
                    </a:cubicBezTo>
                    <a:cubicBezTo>
                      <a:pt x="1" y="67"/>
                      <a:pt x="0" y="35"/>
                      <a:pt x="0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5"/>
                      <a:pt x="3" y="67"/>
                      <a:pt x="7" y="98"/>
                    </a:cubicBezTo>
                    <a:cubicBezTo>
                      <a:pt x="7" y="104"/>
                      <a:pt x="8" y="109"/>
                      <a:pt x="10" y="114"/>
                    </a:cubicBezTo>
                    <a:cubicBezTo>
                      <a:pt x="13" y="122"/>
                      <a:pt x="19" y="128"/>
                      <a:pt x="27" y="130"/>
                    </a:cubicBezTo>
                    <a:cubicBezTo>
                      <a:pt x="35" y="132"/>
                      <a:pt x="44" y="127"/>
                      <a:pt x="47" y="120"/>
                    </a:cubicBezTo>
                    <a:cubicBezTo>
                      <a:pt x="47" y="117"/>
                      <a:pt x="48" y="114"/>
                      <a:pt x="48" y="112"/>
                    </a:cubicBezTo>
                    <a:cubicBezTo>
                      <a:pt x="49" y="75"/>
                      <a:pt x="48" y="37"/>
                      <a:pt x="44" y="1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0" y="37"/>
                      <a:pt x="51" y="75"/>
                      <a:pt x="50" y="112"/>
                    </a:cubicBezTo>
                    <a:cubicBezTo>
                      <a:pt x="50" y="114"/>
                      <a:pt x="49" y="118"/>
                      <a:pt x="48" y="121"/>
                    </a:cubicBezTo>
                    <a:cubicBezTo>
                      <a:pt x="46" y="128"/>
                      <a:pt x="39" y="132"/>
                      <a:pt x="3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5139893" y="4021580"/>
                <a:ext cx="87187" cy="360572"/>
              </a:xfrm>
              <a:custGeom>
                <a:avLst/>
                <a:gdLst/>
                <a:ahLst/>
                <a:cxnLst/>
                <a:rect l="l" t="t" r="r" b="b"/>
                <a:pathLst>
                  <a:path w="29" h="120" extrusionOk="0">
                    <a:moveTo>
                      <a:pt x="19" y="120"/>
                    </a:moveTo>
                    <a:cubicBezTo>
                      <a:pt x="18" y="120"/>
                      <a:pt x="17" y="120"/>
                      <a:pt x="17" y="119"/>
                    </a:cubicBezTo>
                    <a:cubicBezTo>
                      <a:pt x="13" y="119"/>
                      <a:pt x="10" y="117"/>
                      <a:pt x="8" y="113"/>
                    </a:cubicBezTo>
                    <a:cubicBezTo>
                      <a:pt x="4" y="108"/>
                      <a:pt x="4" y="102"/>
                      <a:pt x="3" y="96"/>
                    </a:cubicBezTo>
                    <a:cubicBezTo>
                      <a:pt x="2" y="66"/>
                      <a:pt x="0" y="36"/>
                      <a:pt x="0" y="7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36"/>
                      <a:pt x="4" y="66"/>
                      <a:pt x="5" y="96"/>
                    </a:cubicBezTo>
                    <a:cubicBezTo>
                      <a:pt x="6" y="101"/>
                      <a:pt x="6" y="108"/>
                      <a:pt x="9" y="112"/>
                    </a:cubicBezTo>
                    <a:cubicBezTo>
                      <a:pt x="11" y="115"/>
                      <a:pt x="14" y="117"/>
                      <a:pt x="17" y="117"/>
                    </a:cubicBezTo>
                    <a:cubicBezTo>
                      <a:pt x="19" y="118"/>
                      <a:pt x="21" y="118"/>
                      <a:pt x="23" y="116"/>
                    </a:cubicBezTo>
                    <a:cubicBezTo>
                      <a:pt x="27" y="113"/>
                      <a:pt x="27" y="107"/>
                      <a:pt x="27" y="102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9" y="101"/>
                      <a:pt x="29" y="101"/>
                      <a:pt x="29" y="101"/>
                    </a:cubicBezTo>
                    <a:cubicBezTo>
                      <a:pt x="29" y="107"/>
                      <a:pt x="29" y="114"/>
                      <a:pt x="24" y="118"/>
                    </a:cubicBezTo>
                    <a:cubicBezTo>
                      <a:pt x="23" y="119"/>
                      <a:pt x="21" y="120"/>
                      <a:pt x="19" y="1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451" name="Google Shape;451;p24"/>
          <p:cNvGrpSpPr/>
          <p:nvPr/>
        </p:nvGrpSpPr>
        <p:grpSpPr>
          <a:xfrm>
            <a:off x="0" y="0"/>
            <a:ext cx="9143925" cy="5137350"/>
            <a:chOff x="0" y="0"/>
            <a:chExt cx="9143925" cy="5137350"/>
          </a:xfrm>
        </p:grpSpPr>
        <p:sp>
          <p:nvSpPr>
            <p:cNvPr id="452" name="Google Shape;452;p24"/>
            <p:cNvSpPr/>
            <p:nvPr/>
          </p:nvSpPr>
          <p:spPr>
            <a:xfrm>
              <a:off x="8817825" y="2571750"/>
              <a:ext cx="326100" cy="2565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0" y="0"/>
              <a:ext cx="326100" cy="256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 panose="00000500000000000000"/>
              <a:buChar char="●"/>
              <a:defRPr sz="12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 panose="00000500000000000000"/>
              <a:buChar char="○"/>
              <a:defRPr sz="12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 panose="00000500000000000000"/>
              <a:buChar char="■"/>
              <a:defRPr sz="12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 panose="00000500000000000000"/>
              <a:buChar char="●"/>
              <a:defRPr sz="12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 panose="00000500000000000000"/>
              <a:buChar char="○"/>
              <a:defRPr sz="12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 panose="00000500000000000000"/>
              <a:buChar char="■"/>
              <a:defRPr sz="12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 panose="00000500000000000000"/>
              <a:buChar char="●"/>
              <a:defRPr sz="12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 panose="00000500000000000000"/>
              <a:buChar char="○"/>
              <a:defRPr sz="12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 panose="00000500000000000000"/>
              <a:buChar char="■"/>
              <a:defRPr sz="1200">
                <a:solidFill>
                  <a:schemeClr val="dk2"/>
                </a:solidFill>
                <a:latin typeface="Cambay" panose="00000500000000000000"/>
                <a:ea typeface="Cambay" panose="00000500000000000000"/>
                <a:cs typeface="Cambay" panose="00000500000000000000"/>
                <a:sym typeface="Cambay" panose="000005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8"/>
          <p:cNvSpPr/>
          <p:nvPr/>
        </p:nvSpPr>
        <p:spPr>
          <a:xfrm>
            <a:off x="7617250" y="0"/>
            <a:ext cx="1623300" cy="28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sp>
        <p:nvSpPr>
          <p:cNvPr id="465" name="Google Shape;465;p28"/>
          <p:cNvSpPr txBox="1"/>
          <p:nvPr>
            <p:ph type="ctrTitle"/>
          </p:nvPr>
        </p:nvSpPr>
        <p:spPr>
          <a:xfrm>
            <a:off x="475615" y="1007745"/>
            <a:ext cx="4360545" cy="11201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300" b="0">
                <a:latin typeface="Manrope SemiBold"/>
                <a:ea typeface="Manrope SemiBold"/>
                <a:cs typeface="Manrope SemiBold"/>
                <a:sym typeface="Manrope SemiBold"/>
              </a:rPr>
              <a:t>Leonora Jewels</a:t>
            </a:r>
            <a:r>
              <a:rPr lang="en-GB" sz="4300" b="0"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endParaRPr sz="2700" b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66" name="Google Shape;466;p28"/>
          <p:cNvSpPr txBox="1"/>
          <p:nvPr>
            <p:ph type="subTitle" idx="1"/>
          </p:nvPr>
        </p:nvSpPr>
        <p:spPr>
          <a:xfrm>
            <a:off x="1115695" y="2211705"/>
            <a:ext cx="4121150" cy="5226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“Where Jewelry Meets Technology – Virtual, Secure, Personalized.”</a:t>
            </a:r>
            <a:endParaRPr lang="en-US" altLang="en-US"/>
          </a:p>
        </p:txBody>
      </p:sp>
      <p:grpSp>
        <p:nvGrpSpPr>
          <p:cNvPr id="468" name="Google Shape;468;p28"/>
          <p:cNvGrpSpPr/>
          <p:nvPr/>
        </p:nvGrpSpPr>
        <p:grpSpPr>
          <a:xfrm>
            <a:off x="7006360" y="4194454"/>
            <a:ext cx="1150979" cy="827754"/>
            <a:chOff x="7418590" y="3791050"/>
            <a:chExt cx="599968" cy="431504"/>
          </a:xfrm>
        </p:grpSpPr>
        <p:sp>
          <p:nvSpPr>
            <p:cNvPr id="469" name="Google Shape;469;p28"/>
            <p:cNvSpPr/>
            <p:nvPr/>
          </p:nvSpPr>
          <p:spPr>
            <a:xfrm>
              <a:off x="7418590" y="3794005"/>
              <a:ext cx="17733" cy="419682"/>
            </a:xfrm>
            <a:custGeom>
              <a:avLst/>
              <a:gdLst/>
              <a:ahLst/>
              <a:cxnLst/>
              <a:rect l="l" t="t" r="r" b="b"/>
              <a:pathLst>
                <a:path w="6" h="140" extrusionOk="0">
                  <a:moveTo>
                    <a:pt x="6" y="140"/>
                  </a:moveTo>
                  <a:cubicBezTo>
                    <a:pt x="4" y="140"/>
                    <a:pt x="4" y="140"/>
                    <a:pt x="4" y="140"/>
                  </a:cubicBezTo>
                  <a:cubicBezTo>
                    <a:pt x="4" y="93"/>
                    <a:pt x="3" y="47"/>
                    <a:pt x="0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5" y="47"/>
                    <a:pt x="6" y="93"/>
                    <a:pt x="6" y="1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0" name="Google Shape;470;p28"/>
            <p:cNvSpPr/>
            <p:nvPr/>
          </p:nvSpPr>
          <p:spPr>
            <a:xfrm>
              <a:off x="7445189" y="3796961"/>
              <a:ext cx="17733" cy="422638"/>
            </a:xfrm>
            <a:custGeom>
              <a:avLst/>
              <a:gdLst/>
              <a:ahLst/>
              <a:cxnLst/>
              <a:rect l="l" t="t" r="r" b="b"/>
              <a:pathLst>
                <a:path w="6" h="141" extrusionOk="0">
                  <a:moveTo>
                    <a:pt x="3" y="141"/>
                  </a:moveTo>
                  <a:cubicBezTo>
                    <a:pt x="2" y="123"/>
                    <a:pt x="3" y="105"/>
                    <a:pt x="3" y="87"/>
                  </a:cubicBezTo>
                  <a:cubicBezTo>
                    <a:pt x="4" y="67"/>
                    <a:pt x="4" y="46"/>
                    <a:pt x="2" y="26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1" y="16"/>
                    <a:pt x="0" y="8"/>
                    <a:pt x="2" y="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8"/>
                    <a:pt x="3" y="16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6" y="46"/>
                    <a:pt x="6" y="67"/>
                    <a:pt x="5" y="87"/>
                  </a:cubicBezTo>
                  <a:cubicBezTo>
                    <a:pt x="5" y="105"/>
                    <a:pt x="4" y="123"/>
                    <a:pt x="5" y="140"/>
                  </a:cubicBezTo>
                  <a:lnTo>
                    <a:pt x="3" y="1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1" name="Google Shape;471;p28"/>
            <p:cNvSpPr/>
            <p:nvPr/>
          </p:nvSpPr>
          <p:spPr>
            <a:xfrm>
              <a:off x="7486566" y="3794005"/>
              <a:ext cx="20689" cy="422638"/>
            </a:xfrm>
            <a:custGeom>
              <a:avLst/>
              <a:gdLst/>
              <a:ahLst/>
              <a:cxnLst/>
              <a:rect l="l" t="t" r="r" b="b"/>
              <a:pathLst>
                <a:path w="7" h="141" extrusionOk="0">
                  <a:moveTo>
                    <a:pt x="1" y="141"/>
                  </a:moveTo>
                  <a:cubicBezTo>
                    <a:pt x="0" y="120"/>
                    <a:pt x="1" y="100"/>
                    <a:pt x="2" y="80"/>
                  </a:cubicBezTo>
                  <a:cubicBezTo>
                    <a:pt x="3" y="54"/>
                    <a:pt x="5" y="27"/>
                    <a:pt x="1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27"/>
                    <a:pt x="5" y="54"/>
                    <a:pt x="4" y="80"/>
                  </a:cubicBezTo>
                  <a:cubicBezTo>
                    <a:pt x="3" y="100"/>
                    <a:pt x="2" y="120"/>
                    <a:pt x="3" y="141"/>
                  </a:cubicBezTo>
                  <a:lnTo>
                    <a:pt x="1" y="1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2" name="Google Shape;472;p28"/>
            <p:cNvSpPr/>
            <p:nvPr/>
          </p:nvSpPr>
          <p:spPr>
            <a:xfrm>
              <a:off x="7535332" y="3791050"/>
              <a:ext cx="11822" cy="425593"/>
            </a:xfrm>
            <a:custGeom>
              <a:avLst/>
              <a:gdLst/>
              <a:ahLst/>
              <a:cxnLst/>
              <a:rect l="l" t="t" r="r" b="b"/>
              <a:pathLst>
                <a:path w="4" h="142" extrusionOk="0">
                  <a:moveTo>
                    <a:pt x="2" y="142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1" y="95"/>
                    <a:pt x="2" y="47"/>
                    <a:pt x="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7"/>
                    <a:pt x="3" y="95"/>
                    <a:pt x="2" y="14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3" name="Google Shape;473;p28"/>
            <p:cNvSpPr/>
            <p:nvPr/>
          </p:nvSpPr>
          <p:spPr>
            <a:xfrm>
              <a:off x="7567843" y="3791050"/>
              <a:ext cx="26600" cy="425593"/>
            </a:xfrm>
            <a:custGeom>
              <a:avLst/>
              <a:gdLst/>
              <a:ahLst/>
              <a:cxnLst/>
              <a:rect l="l" t="t" r="r" b="b"/>
              <a:pathLst>
                <a:path w="9" h="142" extrusionOk="0">
                  <a:moveTo>
                    <a:pt x="2" y="142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5" y="95"/>
                    <a:pt x="7" y="47"/>
                    <a:pt x="6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47"/>
                    <a:pt x="7" y="95"/>
                    <a:pt x="2" y="14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4" name="Google Shape;474;p28"/>
            <p:cNvSpPr/>
            <p:nvPr/>
          </p:nvSpPr>
          <p:spPr>
            <a:xfrm>
              <a:off x="7597398" y="3794005"/>
              <a:ext cx="19211" cy="425593"/>
            </a:xfrm>
            <a:custGeom>
              <a:avLst/>
              <a:gdLst/>
              <a:ahLst/>
              <a:cxnLst/>
              <a:rect l="l" t="t" r="r" b="b"/>
              <a:pathLst>
                <a:path w="6" h="142" extrusionOk="0">
                  <a:moveTo>
                    <a:pt x="2" y="142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0" y="95"/>
                    <a:pt x="2" y="47"/>
                    <a:pt x="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47"/>
                    <a:pt x="2" y="95"/>
                    <a:pt x="2" y="14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5" name="Google Shape;475;p28"/>
            <p:cNvSpPr/>
            <p:nvPr/>
          </p:nvSpPr>
          <p:spPr>
            <a:xfrm>
              <a:off x="7643208" y="3794005"/>
              <a:ext cx="29555" cy="425593"/>
            </a:xfrm>
            <a:custGeom>
              <a:avLst/>
              <a:gdLst/>
              <a:ahLst/>
              <a:cxnLst/>
              <a:rect l="l" t="t" r="r" b="b"/>
              <a:pathLst>
                <a:path w="10" h="142" extrusionOk="0">
                  <a:moveTo>
                    <a:pt x="5" y="142"/>
                  </a:moveTo>
                  <a:cubicBezTo>
                    <a:pt x="0" y="123"/>
                    <a:pt x="3" y="104"/>
                    <a:pt x="5" y="85"/>
                  </a:cubicBezTo>
                  <a:cubicBezTo>
                    <a:pt x="7" y="72"/>
                    <a:pt x="8" y="59"/>
                    <a:pt x="8" y="47"/>
                  </a:cubicBezTo>
                  <a:cubicBezTo>
                    <a:pt x="8" y="39"/>
                    <a:pt x="7" y="31"/>
                    <a:pt x="6" y="23"/>
                  </a:cubicBezTo>
                  <a:cubicBezTo>
                    <a:pt x="5" y="16"/>
                    <a:pt x="4" y="8"/>
                    <a:pt x="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8"/>
                    <a:pt x="7" y="16"/>
                    <a:pt x="8" y="23"/>
                  </a:cubicBezTo>
                  <a:cubicBezTo>
                    <a:pt x="9" y="31"/>
                    <a:pt x="10" y="39"/>
                    <a:pt x="10" y="47"/>
                  </a:cubicBezTo>
                  <a:cubicBezTo>
                    <a:pt x="10" y="59"/>
                    <a:pt x="9" y="72"/>
                    <a:pt x="7" y="85"/>
                  </a:cubicBezTo>
                  <a:cubicBezTo>
                    <a:pt x="5" y="104"/>
                    <a:pt x="2" y="123"/>
                    <a:pt x="7" y="142"/>
                  </a:cubicBezTo>
                  <a:lnTo>
                    <a:pt x="5" y="14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7684585" y="3794005"/>
              <a:ext cx="11822" cy="425593"/>
            </a:xfrm>
            <a:custGeom>
              <a:avLst/>
              <a:gdLst/>
              <a:ahLst/>
              <a:cxnLst/>
              <a:rect l="l" t="t" r="r" b="b"/>
              <a:pathLst>
                <a:path w="4" h="142" extrusionOk="0">
                  <a:moveTo>
                    <a:pt x="0" y="142"/>
                  </a:moveTo>
                  <a:cubicBezTo>
                    <a:pt x="0" y="95"/>
                    <a:pt x="1" y="47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47"/>
                    <a:pt x="2" y="95"/>
                    <a:pt x="2" y="142"/>
                  </a:cubicBezTo>
                  <a:lnTo>
                    <a:pt x="0" y="14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7727440" y="3794005"/>
              <a:ext cx="11822" cy="422638"/>
            </a:xfrm>
            <a:custGeom>
              <a:avLst/>
              <a:gdLst/>
              <a:ahLst/>
              <a:cxnLst/>
              <a:rect l="l" t="t" r="r" b="b"/>
              <a:pathLst>
                <a:path w="4" h="141" extrusionOk="0">
                  <a:moveTo>
                    <a:pt x="3" y="141"/>
                  </a:moveTo>
                  <a:cubicBezTo>
                    <a:pt x="1" y="141"/>
                    <a:pt x="1" y="141"/>
                    <a:pt x="1" y="141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2" y="38"/>
                    <a:pt x="2" y="19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19"/>
                    <a:pt x="4" y="38"/>
                    <a:pt x="4" y="57"/>
                  </a:cubicBezTo>
                  <a:lnTo>
                    <a:pt x="3" y="1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8" name="Google Shape;478;p28"/>
            <p:cNvSpPr/>
            <p:nvPr/>
          </p:nvSpPr>
          <p:spPr>
            <a:xfrm>
              <a:off x="7756995" y="3794005"/>
              <a:ext cx="11822" cy="425593"/>
            </a:xfrm>
            <a:custGeom>
              <a:avLst/>
              <a:gdLst/>
              <a:ahLst/>
              <a:cxnLst/>
              <a:rect l="l" t="t" r="r" b="b"/>
              <a:pathLst>
                <a:path w="4" h="142" extrusionOk="0">
                  <a:moveTo>
                    <a:pt x="3" y="142"/>
                  </a:moveTo>
                  <a:cubicBezTo>
                    <a:pt x="1" y="142"/>
                    <a:pt x="1" y="142"/>
                    <a:pt x="1" y="142"/>
                  </a:cubicBezTo>
                  <a:cubicBezTo>
                    <a:pt x="2" y="95"/>
                    <a:pt x="2" y="47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47"/>
                    <a:pt x="4" y="95"/>
                    <a:pt x="3" y="14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9" name="Google Shape;479;p28"/>
            <p:cNvSpPr/>
            <p:nvPr/>
          </p:nvSpPr>
          <p:spPr>
            <a:xfrm>
              <a:off x="7795417" y="3794005"/>
              <a:ext cx="13300" cy="419682"/>
            </a:xfrm>
            <a:custGeom>
              <a:avLst/>
              <a:gdLst/>
              <a:ahLst/>
              <a:cxnLst/>
              <a:rect l="l" t="t" r="r" b="b"/>
              <a:pathLst>
                <a:path w="9" h="284" extrusionOk="0">
                  <a:moveTo>
                    <a:pt x="4" y="28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284"/>
                  </a:lnTo>
                  <a:lnTo>
                    <a:pt x="4" y="28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7829405" y="3794005"/>
              <a:ext cx="29555" cy="422638"/>
            </a:xfrm>
            <a:custGeom>
              <a:avLst/>
              <a:gdLst/>
              <a:ahLst/>
              <a:cxnLst/>
              <a:rect l="l" t="t" r="r" b="b"/>
              <a:pathLst>
                <a:path w="10" h="141" extrusionOk="0">
                  <a:moveTo>
                    <a:pt x="3" y="141"/>
                  </a:moveTo>
                  <a:cubicBezTo>
                    <a:pt x="0" y="94"/>
                    <a:pt x="2" y="47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" y="47"/>
                    <a:pt x="2" y="94"/>
                    <a:pt x="5" y="141"/>
                  </a:cubicBezTo>
                  <a:lnTo>
                    <a:pt x="3" y="1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1" name="Google Shape;481;p28"/>
            <p:cNvSpPr/>
            <p:nvPr/>
          </p:nvSpPr>
          <p:spPr>
            <a:xfrm>
              <a:off x="7856005" y="3799916"/>
              <a:ext cx="20689" cy="416727"/>
            </a:xfrm>
            <a:custGeom>
              <a:avLst/>
              <a:gdLst/>
              <a:ahLst/>
              <a:cxnLst/>
              <a:rect l="l" t="t" r="r" b="b"/>
              <a:pathLst>
                <a:path w="7" h="139" extrusionOk="0">
                  <a:moveTo>
                    <a:pt x="2" y="139"/>
                  </a:moveTo>
                  <a:cubicBezTo>
                    <a:pt x="0" y="139"/>
                    <a:pt x="0" y="139"/>
                    <a:pt x="0" y="139"/>
                  </a:cubicBezTo>
                  <a:cubicBezTo>
                    <a:pt x="1" y="93"/>
                    <a:pt x="2" y="46"/>
                    <a:pt x="5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46"/>
                    <a:pt x="3" y="93"/>
                    <a:pt x="2" y="1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7904771" y="3796961"/>
              <a:ext cx="14778" cy="422638"/>
            </a:xfrm>
            <a:custGeom>
              <a:avLst/>
              <a:gdLst/>
              <a:ahLst/>
              <a:cxnLst/>
              <a:rect l="l" t="t" r="r" b="b"/>
              <a:pathLst>
                <a:path w="5" h="141" extrusionOk="0">
                  <a:moveTo>
                    <a:pt x="2" y="141"/>
                  </a:moveTo>
                  <a:cubicBezTo>
                    <a:pt x="0" y="141"/>
                    <a:pt x="0" y="141"/>
                    <a:pt x="0" y="141"/>
                  </a:cubicBezTo>
                  <a:cubicBezTo>
                    <a:pt x="2" y="94"/>
                    <a:pt x="3" y="47"/>
                    <a:pt x="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47"/>
                    <a:pt x="4" y="94"/>
                    <a:pt x="2" y="1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7946148" y="3796961"/>
              <a:ext cx="32511" cy="419682"/>
            </a:xfrm>
            <a:custGeom>
              <a:avLst/>
              <a:gdLst/>
              <a:ahLst/>
              <a:cxnLst/>
              <a:rect l="l" t="t" r="r" b="b"/>
              <a:pathLst>
                <a:path w="11" h="140" extrusionOk="0">
                  <a:moveTo>
                    <a:pt x="9" y="140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21"/>
                    <a:pt x="3" y="16"/>
                    <a:pt x="2" y="10"/>
                  </a:cubicBezTo>
                  <a:cubicBezTo>
                    <a:pt x="1" y="10"/>
                    <a:pt x="1" y="9"/>
                    <a:pt x="1" y="8"/>
                  </a:cubicBezTo>
                  <a:cubicBezTo>
                    <a:pt x="0" y="6"/>
                    <a:pt x="0" y="3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3"/>
                    <a:pt x="2" y="5"/>
                    <a:pt x="3" y="8"/>
                  </a:cubicBezTo>
                  <a:cubicBezTo>
                    <a:pt x="3" y="9"/>
                    <a:pt x="3" y="9"/>
                    <a:pt x="3" y="10"/>
                  </a:cubicBezTo>
                  <a:cubicBezTo>
                    <a:pt x="5" y="15"/>
                    <a:pt x="5" y="21"/>
                    <a:pt x="5" y="27"/>
                  </a:cubicBezTo>
                  <a:cubicBezTo>
                    <a:pt x="11" y="140"/>
                    <a:pt x="11" y="140"/>
                    <a:pt x="11" y="140"/>
                  </a:cubicBezTo>
                  <a:lnTo>
                    <a:pt x="9" y="14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8006736" y="3796961"/>
              <a:ext cx="11822" cy="425593"/>
            </a:xfrm>
            <a:custGeom>
              <a:avLst/>
              <a:gdLst/>
              <a:ahLst/>
              <a:cxnLst/>
              <a:rect l="l" t="t" r="r" b="b"/>
              <a:pathLst>
                <a:path w="4" h="142" extrusionOk="0">
                  <a:moveTo>
                    <a:pt x="2" y="142"/>
                  </a:moveTo>
                  <a:cubicBezTo>
                    <a:pt x="0" y="119"/>
                    <a:pt x="1" y="94"/>
                    <a:pt x="1" y="71"/>
                  </a:cubicBezTo>
                  <a:cubicBezTo>
                    <a:pt x="2" y="48"/>
                    <a:pt x="2" y="24"/>
                    <a:pt x="0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24"/>
                    <a:pt x="4" y="48"/>
                    <a:pt x="3" y="71"/>
                  </a:cubicBezTo>
                  <a:cubicBezTo>
                    <a:pt x="3" y="94"/>
                    <a:pt x="2" y="118"/>
                    <a:pt x="4" y="142"/>
                  </a:cubicBezTo>
                  <a:lnTo>
                    <a:pt x="2" y="14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" name="Picture Placeholder 1" descr="tara-yates-ZL7JpQ3d1Yk-unsplash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328920" y="535305"/>
            <a:ext cx="3054350" cy="407289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209925" y="3349625"/>
            <a:ext cx="1626870" cy="5899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SNEHA K A</a:t>
            </a:r>
            <a:endParaRPr lang="en-US" altLang="en-US"/>
          </a:p>
          <a:p>
            <a:pPr algn="ctr"/>
            <a:r>
              <a:rPr lang="en-US"/>
              <a:t>VB23SWD034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6360" y="3349625"/>
            <a:ext cx="1821815" cy="6191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MERIN JOSEPH</a:t>
            </a:r>
            <a:endParaRPr lang="en-US" altLang="en-US"/>
          </a:p>
          <a:p>
            <a:pPr algn="ctr"/>
            <a:r>
              <a:rPr lang="en-US" altLang="en-US"/>
              <a:t>VB23SWD026</a:t>
            </a:r>
            <a:endParaRPr lang="en-US" altLang="en-US"/>
          </a:p>
          <a:p>
            <a:pPr algn="ctr"/>
            <a:endParaRPr lang="en-US"/>
          </a:p>
        </p:txBody>
      </p:sp>
      <p:sp>
        <p:nvSpPr>
          <p:cNvPr id="1" name="Rounded Rectangle 0"/>
          <p:cNvSpPr/>
          <p:nvPr/>
        </p:nvSpPr>
        <p:spPr>
          <a:xfrm>
            <a:off x="1475740" y="4227830"/>
            <a:ext cx="2016125" cy="5041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GUIDE NAME: VISHNUPRIYA MISS</a:t>
            </a:r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对象1"/>
          <p:cNvSpPr/>
          <p:nvPr>
            <p:custDataLst>
              <p:tags r:id="rId1"/>
            </p:custDataLst>
          </p:nvPr>
        </p:nvSpPr>
        <p:spPr>
          <a:xfrm>
            <a:off x="3086466" y="1369477"/>
            <a:ext cx="6256711" cy="1085981"/>
          </a:xfrm>
          <a:custGeom>
            <a:avLst/>
            <a:gdLst>
              <a:gd name="connsiteX0" fmla="*/ 1233102 w 7588182"/>
              <a:gd name="connsiteY0" fmla="*/ 1280160 h 1280160"/>
              <a:gd name="connsiteX1" fmla="*/ 1196526 w 7588182"/>
              <a:gd name="connsiteY1" fmla="*/ 1261872 h 1280160"/>
              <a:gd name="connsiteX2" fmla="*/ 1178238 w 7588182"/>
              <a:gd name="connsiteY2" fmla="*/ 1252728 h 1280160"/>
              <a:gd name="connsiteX3" fmla="*/ 16950 w 7588182"/>
              <a:gd name="connsiteY3" fmla="*/ 82296 h 1280160"/>
              <a:gd name="connsiteX4" fmla="*/ 53526 w 7588182"/>
              <a:gd name="connsiteY4" fmla="*/ 0 h 1280160"/>
              <a:gd name="connsiteX5" fmla="*/ 7398879 w 7588182"/>
              <a:gd name="connsiteY5" fmla="*/ 0 h 1280160"/>
              <a:gd name="connsiteX6" fmla="*/ 7588182 w 7588182"/>
              <a:gd name="connsiteY6" fmla="*/ 54864 h 1280160"/>
              <a:gd name="connsiteX7" fmla="*/ 7588182 w 7588182"/>
              <a:gd name="connsiteY7" fmla="*/ 1234440 h 1280160"/>
              <a:gd name="connsiteX8" fmla="*/ 7542462 w 7588182"/>
              <a:gd name="connsiteY8" fmla="*/ 1280160 h 1280160"/>
              <a:gd name="connsiteX9" fmla="*/ 1233102 w 7588182"/>
              <a:gd name="connsiteY9" fmla="*/ 1280160 h 1280160"/>
              <a:gd name="connsiteX0-1" fmla="*/ 1233102 w 7588182"/>
              <a:gd name="connsiteY0-2" fmla="*/ 1280160 h 1280160"/>
              <a:gd name="connsiteX1-3" fmla="*/ 1196526 w 7588182"/>
              <a:gd name="connsiteY1-4" fmla="*/ 1261872 h 1280160"/>
              <a:gd name="connsiteX2-5" fmla="*/ 1178238 w 7588182"/>
              <a:gd name="connsiteY2-6" fmla="*/ 1252728 h 1280160"/>
              <a:gd name="connsiteX3-7" fmla="*/ 16950 w 7588182"/>
              <a:gd name="connsiteY3-8" fmla="*/ 82296 h 1280160"/>
              <a:gd name="connsiteX4-9" fmla="*/ 53526 w 7588182"/>
              <a:gd name="connsiteY4-10" fmla="*/ 0 h 1280160"/>
              <a:gd name="connsiteX5-11" fmla="*/ 7398879 w 7588182"/>
              <a:gd name="connsiteY5-12" fmla="*/ 0 h 1280160"/>
              <a:gd name="connsiteX6-13" fmla="*/ 7421928 w 7588182"/>
              <a:gd name="connsiteY6-14" fmla="*/ 77535 h 1280160"/>
              <a:gd name="connsiteX7-15" fmla="*/ 7588182 w 7588182"/>
              <a:gd name="connsiteY7-16" fmla="*/ 1234440 h 1280160"/>
              <a:gd name="connsiteX8-17" fmla="*/ 7542462 w 7588182"/>
              <a:gd name="connsiteY8-18" fmla="*/ 1280160 h 1280160"/>
              <a:gd name="connsiteX9-19" fmla="*/ 1233102 w 7588182"/>
              <a:gd name="connsiteY9-20" fmla="*/ 1280160 h 1280160"/>
              <a:gd name="connsiteX0-21" fmla="*/ 1233102 w 7545854"/>
              <a:gd name="connsiteY0-22" fmla="*/ 1280160 h 1280160"/>
              <a:gd name="connsiteX1-23" fmla="*/ 1196526 w 7545854"/>
              <a:gd name="connsiteY1-24" fmla="*/ 1261872 h 1280160"/>
              <a:gd name="connsiteX2-25" fmla="*/ 1178238 w 7545854"/>
              <a:gd name="connsiteY2-26" fmla="*/ 1252728 h 1280160"/>
              <a:gd name="connsiteX3-27" fmla="*/ 16950 w 7545854"/>
              <a:gd name="connsiteY3-28" fmla="*/ 82296 h 1280160"/>
              <a:gd name="connsiteX4-29" fmla="*/ 53526 w 7545854"/>
              <a:gd name="connsiteY4-30" fmla="*/ 0 h 1280160"/>
              <a:gd name="connsiteX5-31" fmla="*/ 7398879 w 7545854"/>
              <a:gd name="connsiteY5-32" fmla="*/ 0 h 1280160"/>
              <a:gd name="connsiteX6-33" fmla="*/ 7421928 w 7545854"/>
              <a:gd name="connsiteY6-34" fmla="*/ 77535 h 1280160"/>
              <a:gd name="connsiteX7-35" fmla="*/ 7421928 w 7545854"/>
              <a:gd name="connsiteY7-36" fmla="*/ 1158870 h 1280160"/>
              <a:gd name="connsiteX8-37" fmla="*/ 7542462 w 7545854"/>
              <a:gd name="connsiteY8-38" fmla="*/ 1280160 h 1280160"/>
              <a:gd name="connsiteX9-39" fmla="*/ 1233102 w 7545854"/>
              <a:gd name="connsiteY9-40" fmla="*/ 1280160 h 1280160"/>
              <a:gd name="connsiteX0-41" fmla="*/ 1233102 w 7428646"/>
              <a:gd name="connsiteY0-42" fmla="*/ 1280160 h 1287717"/>
              <a:gd name="connsiteX1-43" fmla="*/ 1196526 w 7428646"/>
              <a:gd name="connsiteY1-44" fmla="*/ 1261872 h 1287717"/>
              <a:gd name="connsiteX2-45" fmla="*/ 1178238 w 7428646"/>
              <a:gd name="connsiteY2-46" fmla="*/ 1252728 h 1287717"/>
              <a:gd name="connsiteX3-47" fmla="*/ 16950 w 7428646"/>
              <a:gd name="connsiteY3-48" fmla="*/ 82296 h 1287717"/>
              <a:gd name="connsiteX4-49" fmla="*/ 53526 w 7428646"/>
              <a:gd name="connsiteY4-50" fmla="*/ 0 h 1287717"/>
              <a:gd name="connsiteX5-51" fmla="*/ 7398879 w 7428646"/>
              <a:gd name="connsiteY5-52" fmla="*/ 0 h 1287717"/>
              <a:gd name="connsiteX6-53" fmla="*/ 7421928 w 7428646"/>
              <a:gd name="connsiteY6-54" fmla="*/ 77535 h 1287717"/>
              <a:gd name="connsiteX7-55" fmla="*/ 7421928 w 7428646"/>
              <a:gd name="connsiteY7-56" fmla="*/ 1158870 h 1287717"/>
              <a:gd name="connsiteX8-57" fmla="*/ 7413993 w 7428646"/>
              <a:gd name="connsiteY8-58" fmla="*/ 1287717 h 1287717"/>
              <a:gd name="connsiteX9-59" fmla="*/ 1233102 w 7428646"/>
              <a:gd name="connsiteY9-60" fmla="*/ 1280160 h 12877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7428646" h="1287717">
                <a:moveTo>
                  <a:pt x="1233102" y="1280160"/>
                </a:moveTo>
                <a:cubicBezTo>
                  <a:pt x="1214814" y="1280160"/>
                  <a:pt x="1205670" y="1280160"/>
                  <a:pt x="1196526" y="1261872"/>
                </a:cubicBezTo>
                <a:cubicBezTo>
                  <a:pt x="1187382" y="1261872"/>
                  <a:pt x="1187382" y="1261872"/>
                  <a:pt x="1178238" y="1252728"/>
                </a:cubicBezTo>
                <a:lnTo>
                  <a:pt x="16950" y="82296"/>
                </a:lnTo>
                <a:cubicBezTo>
                  <a:pt x="-19626" y="54864"/>
                  <a:pt x="7806" y="0"/>
                  <a:pt x="53526" y="0"/>
                </a:cubicBezTo>
                <a:lnTo>
                  <a:pt x="7398879" y="0"/>
                </a:lnTo>
                <a:cubicBezTo>
                  <a:pt x="7426311" y="0"/>
                  <a:pt x="7421928" y="40959"/>
                  <a:pt x="7421928" y="77535"/>
                </a:cubicBezTo>
                <a:lnTo>
                  <a:pt x="7421928" y="1158870"/>
                </a:lnTo>
                <a:cubicBezTo>
                  <a:pt x="7421928" y="1186302"/>
                  <a:pt x="7441425" y="1287717"/>
                  <a:pt x="7413993" y="1287717"/>
                </a:cubicBezTo>
                <a:lnTo>
                  <a:pt x="1233102" y="1280160"/>
                </a:lnTo>
              </a:path>
            </a:pathLst>
          </a:custGeom>
          <a:noFill/>
          <a:ln w="12700">
            <a:gradFill>
              <a:gsLst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  <a:gs pos="2000">
                  <a:schemeClr val="accent1"/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092966" tIns="0" rIns="0" bIns="0" numCol="1" spcCol="0" rtlCol="0" fromWordArt="0" anchor="ctr" anchorCtr="0" forceAA="0" compatLnSpc="1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1" name="对象2"/>
          <p:cNvSpPr/>
          <p:nvPr>
            <p:custDataLst>
              <p:tags r:id="rId2"/>
            </p:custDataLst>
          </p:nvPr>
        </p:nvSpPr>
        <p:spPr>
          <a:xfrm>
            <a:off x="3085931" y="3112058"/>
            <a:ext cx="6257280" cy="1079608"/>
          </a:xfrm>
          <a:custGeom>
            <a:avLst/>
            <a:gdLst>
              <a:gd name="connsiteX0" fmla="*/ 1233102 w 7588182"/>
              <a:gd name="connsiteY0" fmla="*/ 0 h 1280160"/>
              <a:gd name="connsiteX1" fmla="*/ 1196526 w 7588182"/>
              <a:gd name="connsiteY1" fmla="*/ 18288 h 1280160"/>
              <a:gd name="connsiteX2" fmla="*/ 1178238 w 7588182"/>
              <a:gd name="connsiteY2" fmla="*/ 27432 h 1280160"/>
              <a:gd name="connsiteX3" fmla="*/ 16950 w 7588182"/>
              <a:gd name="connsiteY3" fmla="*/ 1197864 h 1280160"/>
              <a:gd name="connsiteX4" fmla="*/ 53526 w 7588182"/>
              <a:gd name="connsiteY4" fmla="*/ 1280160 h 1280160"/>
              <a:gd name="connsiteX5" fmla="*/ 7542462 w 7588182"/>
              <a:gd name="connsiteY5" fmla="*/ 1280160 h 1280160"/>
              <a:gd name="connsiteX6" fmla="*/ 7588182 w 7588182"/>
              <a:gd name="connsiteY6" fmla="*/ 1234440 h 1280160"/>
              <a:gd name="connsiteX7" fmla="*/ 7588182 w 7588182"/>
              <a:gd name="connsiteY7" fmla="*/ 54864 h 1280160"/>
              <a:gd name="connsiteX8" fmla="*/ 7300637 w 7588182"/>
              <a:gd name="connsiteY8" fmla="*/ 0 h 1280160"/>
              <a:gd name="connsiteX9" fmla="*/ 1233102 w 7588182"/>
              <a:gd name="connsiteY9" fmla="*/ 0 h 1280160"/>
              <a:gd name="connsiteX0-1" fmla="*/ 1233102 w 7588182"/>
              <a:gd name="connsiteY0-2" fmla="*/ 0 h 1280160"/>
              <a:gd name="connsiteX1-3" fmla="*/ 1196526 w 7588182"/>
              <a:gd name="connsiteY1-4" fmla="*/ 18288 h 1280160"/>
              <a:gd name="connsiteX2-5" fmla="*/ 1178238 w 7588182"/>
              <a:gd name="connsiteY2-6" fmla="*/ 27432 h 1280160"/>
              <a:gd name="connsiteX3-7" fmla="*/ 16950 w 7588182"/>
              <a:gd name="connsiteY3-8" fmla="*/ 1197864 h 1280160"/>
              <a:gd name="connsiteX4-9" fmla="*/ 53526 w 7588182"/>
              <a:gd name="connsiteY4-10" fmla="*/ 1280160 h 1280160"/>
              <a:gd name="connsiteX5-11" fmla="*/ 7542462 w 7588182"/>
              <a:gd name="connsiteY5-12" fmla="*/ 1280160 h 1280160"/>
              <a:gd name="connsiteX6-13" fmla="*/ 7588182 w 7588182"/>
              <a:gd name="connsiteY6-14" fmla="*/ 1234440 h 1280160"/>
              <a:gd name="connsiteX7-15" fmla="*/ 7421928 w 7588182"/>
              <a:gd name="connsiteY7-16" fmla="*/ 77535 h 1280160"/>
              <a:gd name="connsiteX8-17" fmla="*/ 7300637 w 7588182"/>
              <a:gd name="connsiteY8-18" fmla="*/ 0 h 1280160"/>
              <a:gd name="connsiteX9-19" fmla="*/ 1233102 w 7588182"/>
              <a:gd name="connsiteY9-20" fmla="*/ 0 h 1280160"/>
              <a:gd name="connsiteX0-21" fmla="*/ 1233102 w 7546015"/>
              <a:gd name="connsiteY0-22" fmla="*/ 0 h 1280160"/>
              <a:gd name="connsiteX1-23" fmla="*/ 1196526 w 7546015"/>
              <a:gd name="connsiteY1-24" fmla="*/ 18288 h 1280160"/>
              <a:gd name="connsiteX2-25" fmla="*/ 1178238 w 7546015"/>
              <a:gd name="connsiteY2-26" fmla="*/ 27432 h 1280160"/>
              <a:gd name="connsiteX3-27" fmla="*/ 16950 w 7546015"/>
              <a:gd name="connsiteY3-28" fmla="*/ 1197864 h 1280160"/>
              <a:gd name="connsiteX4-29" fmla="*/ 53526 w 7546015"/>
              <a:gd name="connsiteY4-30" fmla="*/ 1280160 h 1280160"/>
              <a:gd name="connsiteX5-31" fmla="*/ 7542462 w 7546015"/>
              <a:gd name="connsiteY5-32" fmla="*/ 1280160 h 1280160"/>
              <a:gd name="connsiteX6-33" fmla="*/ 7429485 w 7546015"/>
              <a:gd name="connsiteY6-34" fmla="*/ 1241997 h 1280160"/>
              <a:gd name="connsiteX7-35" fmla="*/ 7421928 w 7546015"/>
              <a:gd name="connsiteY7-36" fmla="*/ 77535 h 1280160"/>
              <a:gd name="connsiteX8-37" fmla="*/ 7300637 w 7546015"/>
              <a:gd name="connsiteY8-38" fmla="*/ 0 h 1280160"/>
              <a:gd name="connsiteX9-39" fmla="*/ 1233102 w 7546015"/>
              <a:gd name="connsiteY9-40" fmla="*/ 0 h 1280160"/>
              <a:gd name="connsiteX0-41" fmla="*/ 1233102 w 7429485"/>
              <a:gd name="connsiteY0-42" fmla="*/ 0 h 1280160"/>
              <a:gd name="connsiteX1-43" fmla="*/ 1196526 w 7429485"/>
              <a:gd name="connsiteY1-44" fmla="*/ 18288 h 1280160"/>
              <a:gd name="connsiteX2-45" fmla="*/ 1178238 w 7429485"/>
              <a:gd name="connsiteY2-46" fmla="*/ 27432 h 1280160"/>
              <a:gd name="connsiteX3-47" fmla="*/ 16950 w 7429485"/>
              <a:gd name="connsiteY3-48" fmla="*/ 1197864 h 1280160"/>
              <a:gd name="connsiteX4-49" fmla="*/ 53526 w 7429485"/>
              <a:gd name="connsiteY4-50" fmla="*/ 1280160 h 1280160"/>
              <a:gd name="connsiteX5-51" fmla="*/ 7383765 w 7429485"/>
              <a:gd name="connsiteY5-52" fmla="*/ 1280160 h 1280160"/>
              <a:gd name="connsiteX6-53" fmla="*/ 7429485 w 7429485"/>
              <a:gd name="connsiteY6-54" fmla="*/ 1241997 h 1280160"/>
              <a:gd name="connsiteX7-55" fmla="*/ 7421928 w 7429485"/>
              <a:gd name="connsiteY7-56" fmla="*/ 77535 h 1280160"/>
              <a:gd name="connsiteX8-57" fmla="*/ 7300637 w 7429485"/>
              <a:gd name="connsiteY8-58" fmla="*/ 0 h 1280160"/>
              <a:gd name="connsiteX9-59" fmla="*/ 1233102 w 7429485"/>
              <a:gd name="connsiteY9-60" fmla="*/ 0 h 12801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7429485" h="1280160">
                <a:moveTo>
                  <a:pt x="1233102" y="0"/>
                </a:moveTo>
                <a:cubicBezTo>
                  <a:pt x="1214814" y="0"/>
                  <a:pt x="1205670" y="9144"/>
                  <a:pt x="1196526" y="18288"/>
                </a:cubicBezTo>
                <a:cubicBezTo>
                  <a:pt x="1187382" y="18288"/>
                  <a:pt x="1187382" y="27432"/>
                  <a:pt x="1178238" y="27432"/>
                </a:cubicBezTo>
                <a:lnTo>
                  <a:pt x="16950" y="1197864"/>
                </a:lnTo>
                <a:cubicBezTo>
                  <a:pt x="-19626" y="1225296"/>
                  <a:pt x="7806" y="1280160"/>
                  <a:pt x="53526" y="1280160"/>
                </a:cubicBezTo>
                <a:lnTo>
                  <a:pt x="7383765" y="1280160"/>
                </a:lnTo>
                <a:cubicBezTo>
                  <a:pt x="7411197" y="1280160"/>
                  <a:pt x="7429485" y="1269429"/>
                  <a:pt x="7429485" y="1241997"/>
                </a:cubicBezTo>
                <a:lnTo>
                  <a:pt x="7421928" y="77535"/>
                </a:lnTo>
                <a:cubicBezTo>
                  <a:pt x="7421928" y="40959"/>
                  <a:pt x="7328069" y="0"/>
                  <a:pt x="7300637" y="0"/>
                </a:cubicBezTo>
                <a:lnTo>
                  <a:pt x="1233102" y="0"/>
                </a:lnTo>
              </a:path>
            </a:pathLst>
          </a:custGeom>
          <a:noFill/>
          <a:ln w="12700">
            <a:gradFill>
              <a:gsLst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  <a:gs pos="2000">
                  <a:schemeClr val="accent1"/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092966" tIns="0" rIns="0" bIns="0" numCol="1" spcCol="0" rtlCol="0" fromWordArt="0" anchor="ctr" anchorCtr="0" forceAA="0" compatLnSpc="1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Unlike basic platforms, this website focuses on convenience, personalization, and trust.</a:t>
            </a:r>
            <a:endParaRPr lang="en-US" altLang="en-US" sz="1350" b="1" dirty="0">
              <a:solidFill>
                <a:schemeClr val="bg2">
                  <a:lumMod val="50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350" b="1" dirty="0">
              <a:solidFill>
                <a:schemeClr val="bg2">
                  <a:lumMod val="50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2" name="对象3"/>
          <p:cNvSpPr/>
          <p:nvPr>
            <p:custDataLst>
              <p:tags r:id="rId3"/>
            </p:custDataLst>
          </p:nvPr>
        </p:nvSpPr>
        <p:spPr>
          <a:xfrm>
            <a:off x="3073614" y="1084045"/>
            <a:ext cx="616919" cy="616919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25" b="1">
                <a:latin typeface="+mn-lt"/>
                <a:sym typeface="+mn-lt"/>
              </a:rPr>
              <a:t>01</a:t>
            </a:r>
            <a:endParaRPr lang="en-US" sz="2025" b="1">
              <a:latin typeface="+mn-ea"/>
              <a:sym typeface="+mn-ea"/>
            </a:endParaRPr>
          </a:p>
        </p:txBody>
      </p:sp>
      <p:sp>
        <p:nvSpPr>
          <p:cNvPr id="23" name="对象4"/>
          <p:cNvSpPr/>
          <p:nvPr>
            <p:custDataLst>
              <p:tags r:id="rId4"/>
            </p:custDataLst>
          </p:nvPr>
        </p:nvSpPr>
        <p:spPr>
          <a:xfrm>
            <a:off x="3073614" y="3871960"/>
            <a:ext cx="616919" cy="616919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25" b="1">
                <a:latin typeface="+mn-lt"/>
                <a:sym typeface="+mn-lt"/>
              </a:rPr>
              <a:t>02</a:t>
            </a:r>
            <a:endParaRPr lang="en-US" sz="2025" b="1">
              <a:latin typeface="+mn-ea"/>
              <a:sym typeface="+mn-ea"/>
            </a:endParaRPr>
          </a:p>
        </p:txBody>
      </p:sp>
      <p:sp>
        <p:nvSpPr>
          <p:cNvPr id="24" name="对象6"/>
          <p:cNvSpPr/>
          <p:nvPr>
            <p:custDataLst>
              <p:tags r:id="rId5"/>
            </p:custDataLst>
          </p:nvPr>
        </p:nvSpPr>
        <p:spPr>
          <a:xfrm>
            <a:off x="167551" y="1154688"/>
            <a:ext cx="3445914" cy="3414508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chemeClr val="accent1">
              <a:lumMod val="30000"/>
              <a:lumOff val="70000"/>
              <a:alpha val="30000"/>
            </a:schemeClr>
          </a:solidFill>
        </p:spPr>
        <p:txBody>
          <a:bodyPr lIns="0" tIns="0" rIns="0" bIns="0">
            <a:noAutofit/>
          </a:bodyPr>
          <a:p>
            <a:endParaRPr lang="en-US" sz="1520" dirty="0">
              <a:latin typeface="+mn-lt"/>
            </a:endParaRPr>
          </a:p>
        </p:txBody>
      </p:sp>
      <p:sp>
        <p:nvSpPr>
          <p:cNvPr id="25" name="对象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16648" y="1510318"/>
            <a:ext cx="2688907" cy="2641858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</p:spPr>
        <p:txBody>
          <a:bodyPr wrap="square" lIns="303601" tIns="0" rIns="303601" bIns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2275" b="1" dirty="0">
                <a:solidFill>
                  <a:schemeClr val="accent1"/>
                </a:solidFill>
                <a:latin typeface="+mj-lt"/>
                <a:sym typeface="+mn-ea"/>
              </a:rPr>
              <a:t>Introduction</a:t>
            </a:r>
            <a:endParaRPr lang="en-US" altLang="en-US" sz="2275" b="1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813175" y="1460500"/>
            <a:ext cx="4518025" cy="967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b="1">
                <a:sym typeface="+mn-ea"/>
              </a:rPr>
              <a:t>My project is an ornaments e-commerce website designed to provide customers with a modern and engaging online jewelry shopping experience.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GB">
                <a:sym typeface="+mn-ea"/>
              </a:rPr>
              <a:t>Objectives</a:t>
            </a:r>
            <a:endParaRPr lang="en-US"/>
          </a:p>
        </p:txBody>
      </p:sp>
      <p:sp>
        <p:nvSpPr>
          <p:cNvPr id="31" name="Rectangle 41732_#color_#shadow_$dk1-788&amp;2007"/>
          <p:cNvSpPr/>
          <p:nvPr>
            <p:custDataLst>
              <p:tags r:id="rId1"/>
            </p:custDataLst>
          </p:nvPr>
        </p:nvSpPr>
        <p:spPr>
          <a:xfrm>
            <a:off x="304739" y="1489673"/>
            <a:ext cx="8534400" cy="1145112"/>
          </a:xfrm>
          <a:prstGeom prst="roundRect">
            <a:avLst/>
          </a:prstGeom>
          <a:solidFill>
            <a:srgbClr val="FFFFFF"/>
          </a:solidFill>
          <a:effectLst>
            <a:outerShdw blurRad="508000" dist="76200" dir="5400000" algn="bl" rotWithShape="0">
              <a:schemeClr val="accent1">
                <a:alpha val="20000"/>
              </a:schemeClr>
            </a:outerShdw>
          </a:effectLst>
        </p:spPr>
        <p:txBody>
          <a:bodyPr/>
          <a:p>
            <a:endParaRPr lang="en-US" sz="1615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矩形 1"/>
          <p:cNvSpPr/>
          <p:nvPr>
            <p:custDataLst>
              <p:tags r:id="rId2"/>
            </p:custDataLst>
          </p:nvPr>
        </p:nvSpPr>
        <p:spPr>
          <a:xfrm>
            <a:off x="489183" y="1822948"/>
            <a:ext cx="733702" cy="478333"/>
          </a:xfrm>
          <a:prstGeom prst="rect">
            <a:avLst/>
          </a:prstGeom>
          <a:noFill/>
        </p:spPr>
        <p:txBody>
          <a:bodyPr wrap="none" rtlCol="0" anchor="ctr" anchorCtr="0">
            <a:normAutofit fontScale="90000" lnSpcReduction="1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870" b="1" dirty="0">
                <a:solidFill>
                  <a:schemeClr val="accent1"/>
                </a:solidFill>
              </a:rPr>
              <a:t>01</a:t>
            </a:r>
            <a:endParaRPr lang="en-US" sz="2870" b="1" dirty="0">
              <a:solidFill>
                <a:schemeClr val="accent1"/>
              </a:solidFill>
            </a:endParaRPr>
          </a:p>
        </p:txBody>
      </p:sp>
      <p:sp>
        <p:nvSpPr>
          <p:cNvPr id="5" name="矩形 2"/>
          <p:cNvSpPr/>
          <p:nvPr>
            <p:custDataLst>
              <p:tags r:id="rId3"/>
            </p:custDataLst>
          </p:nvPr>
        </p:nvSpPr>
        <p:spPr>
          <a:xfrm>
            <a:off x="1223645" y="1698625"/>
            <a:ext cx="7219315" cy="83883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>
                <a:sym typeface="Arial" panose="020B0604020202020204"/>
              </a:rPr>
              <a:t>Enhance customer experience with features like, wishlist, and personalized recommendations.</a:t>
            </a:r>
            <a:endParaRPr lang="en-GB" sz="1800" b="1" dirty="0">
              <a:solidFill>
                <a:srgbClr val="404040"/>
              </a:solidFill>
              <a:sym typeface="Arial" panose="020B0604020202020204"/>
            </a:endParaRPr>
          </a:p>
        </p:txBody>
      </p:sp>
      <p:sp>
        <p:nvSpPr>
          <p:cNvPr id="17" name="Rectangle 41732_#color_#shadow_$dk1-788&amp;2007"/>
          <p:cNvSpPr/>
          <p:nvPr>
            <p:custDataLst>
              <p:tags r:id="rId4"/>
            </p:custDataLst>
          </p:nvPr>
        </p:nvSpPr>
        <p:spPr>
          <a:xfrm>
            <a:off x="304739" y="2744106"/>
            <a:ext cx="8534400" cy="1145112"/>
          </a:xfrm>
          <a:prstGeom prst="roundRect">
            <a:avLst/>
          </a:prstGeom>
          <a:solidFill>
            <a:srgbClr val="FFFFFF"/>
          </a:solidFill>
          <a:effectLst>
            <a:outerShdw blurRad="508000" dist="76200" dir="5400000" algn="bl" rotWithShape="0">
              <a:schemeClr val="accent1">
                <a:alpha val="20000"/>
              </a:schemeClr>
            </a:outerShdw>
          </a:effectLst>
        </p:spPr>
        <p:txBody>
          <a:bodyPr/>
          <a:p>
            <a:endParaRPr lang="en-US" sz="1615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489183" y="3077382"/>
            <a:ext cx="733702" cy="478333"/>
          </a:xfrm>
          <a:prstGeom prst="rect">
            <a:avLst/>
          </a:prstGeom>
          <a:noFill/>
        </p:spPr>
        <p:txBody>
          <a:bodyPr wrap="none" rtlCol="0" anchor="ctr" anchorCtr="0">
            <a:normAutofit fontScale="90000" lnSpcReduction="1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870" b="1">
                <a:solidFill>
                  <a:schemeClr val="accent1"/>
                </a:solidFill>
              </a:rPr>
              <a:t>02</a:t>
            </a:r>
            <a:endParaRPr lang="en-US" sz="2870" b="1">
              <a:solidFill>
                <a:schemeClr val="accent1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1222375" y="2864485"/>
            <a:ext cx="7220585" cy="926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>
                <a:sym typeface="Arial" panose="020B0604020202020204"/>
              </a:rPr>
              <a:t>Ensure secure and seamless transactions through UPI payments and reliable order tracking.</a:t>
            </a:r>
            <a:br>
              <a:rPr lang="en-GB" sz="1800" b="1">
                <a:sym typeface="Arial" panose="020B0604020202020204"/>
              </a:rPr>
            </a:br>
            <a:endParaRPr lang="en-GB" sz="1800" b="1" dirty="0">
              <a:solidFill>
                <a:srgbClr val="404040"/>
              </a:solidFill>
              <a:sym typeface="Arial" panose="020B0604020202020204"/>
            </a:endParaRPr>
          </a:p>
        </p:txBody>
      </p:sp>
      <p:sp>
        <p:nvSpPr>
          <p:cNvPr id="36" name="Rectangle 41732_#color_#shadow_$dk1-788&amp;2007"/>
          <p:cNvSpPr/>
          <p:nvPr>
            <p:custDataLst>
              <p:tags r:id="rId7"/>
            </p:custDataLst>
          </p:nvPr>
        </p:nvSpPr>
        <p:spPr>
          <a:xfrm>
            <a:off x="304739" y="3998540"/>
            <a:ext cx="8534400" cy="1145112"/>
          </a:xfrm>
          <a:prstGeom prst="roundRect">
            <a:avLst/>
          </a:prstGeom>
          <a:solidFill>
            <a:srgbClr val="FFFFFF"/>
          </a:solidFill>
          <a:effectLst>
            <a:outerShdw blurRad="508000" dist="76200" dir="5400000" algn="bl" rotWithShape="0">
              <a:schemeClr val="accent1">
                <a:alpha val="20000"/>
              </a:schemeClr>
            </a:outerShdw>
          </a:effectLst>
        </p:spPr>
        <p:txBody>
          <a:bodyPr/>
          <a:p>
            <a:endParaRPr lang="en-US" sz="1615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489183" y="4331815"/>
            <a:ext cx="733702" cy="478333"/>
          </a:xfrm>
          <a:prstGeom prst="rect">
            <a:avLst/>
          </a:prstGeom>
          <a:noFill/>
        </p:spPr>
        <p:txBody>
          <a:bodyPr wrap="none" rtlCol="0" anchor="ctr" anchorCtr="0">
            <a:normAutofit fontScale="90000" lnSpcReduction="1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870" b="1">
                <a:solidFill>
                  <a:schemeClr val="accent1"/>
                </a:solidFill>
              </a:rPr>
              <a:t>03</a:t>
            </a:r>
            <a:endParaRPr lang="en-US" sz="2870" b="1">
              <a:solidFill>
                <a:schemeClr val="accent1"/>
              </a:solidFill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1172210" y="4174490"/>
            <a:ext cx="7270750" cy="8712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>
                <a:sym typeface="Arial" panose="020B0604020202020204"/>
              </a:rPr>
              <a:t>Simplify management for admins with dedicated dashboards and efficient order handling.</a:t>
            </a:r>
            <a:endParaRPr sz="1800" b="1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Title 14"/>
          <p:cNvSpPr/>
          <p:nvPr>
            <p:ph type="title"/>
          </p:nvPr>
        </p:nvSpPr>
        <p:spPr/>
        <p:txBody>
          <a:bodyPr/>
          <a:p>
            <a:r>
              <a:rPr lang="en-GB">
                <a:sym typeface="+mn-ea"/>
              </a:rPr>
              <a:t>Core Features</a:t>
            </a: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53720" y="1221105"/>
            <a:ext cx="8194675" cy="4046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r>
              <a:rPr lang="en-GB" b="1">
                <a:sym typeface="+mn-ea"/>
              </a:rPr>
              <a:t>Price Breakdown (Gold/Stone/Design Charges):</a:t>
            </a:r>
            <a:r>
              <a:rPr lang="en-GB">
                <a:sym typeface="+mn-ea"/>
              </a:rPr>
              <a:t>Real-time gold/silver price integration to show live calculation.</a:t>
            </a:r>
            <a:endParaRPr lang="en-GB"/>
          </a:p>
          <a:p>
            <a:pPr marL="381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endParaRPr lang="en-GB"/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r>
              <a:rPr lang="en-GB" b="1">
                <a:sym typeface="+mn-ea"/>
              </a:rPr>
              <a:t>Jewelry Certificate &amp; Transparency Page:</a:t>
            </a:r>
            <a:r>
              <a:rPr lang="en-GB">
                <a:sym typeface="+mn-ea"/>
              </a:rPr>
              <a:t>Each product linked to its authenticity certificate (purity, hallmark, diamond/stone details).</a:t>
            </a:r>
            <a:endParaRPr lang="en-GB"/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endParaRPr lang="en-GB" b="1"/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r>
              <a:rPr lang="en-GB" b="1">
                <a:sym typeface="+mn-ea"/>
              </a:rPr>
              <a:t>Outfit Matching Suggestions:</a:t>
            </a:r>
            <a:r>
              <a:rPr lang="en-GB">
                <a:sym typeface="+mn-ea"/>
              </a:rPr>
              <a:t>Upload an outfit photo → system recommends ornaments that match colors &amp; style.</a:t>
            </a:r>
            <a:endParaRPr lang="en-GB">
              <a:sym typeface="+mn-e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GB" b="1">
                <a:sym typeface="+mn-ea"/>
              </a:rPr>
              <a:t>Wishlist &amp; Favorites</a:t>
            </a:r>
            <a:r>
              <a:rPr lang="en-GB">
                <a:sym typeface="+mn-ea"/>
              </a:rPr>
              <a:t> for saving desired items.</a:t>
            </a:r>
            <a:br>
              <a:rPr lang="en-GB">
                <a:sym typeface="+mn-ea"/>
              </a:rPr>
            </a:br>
            <a:endParaRPr>
              <a:solidFill>
                <a:srgbClr val="000000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GB" b="1">
                <a:sym typeface="+mn-ea"/>
              </a:rPr>
              <a:t>Secure UPI Payments</a:t>
            </a:r>
            <a:r>
              <a:rPr lang="en-GB">
                <a:sym typeface="+mn-ea"/>
              </a:rPr>
              <a:t> with dynamic cart-based pricing.</a:t>
            </a:r>
            <a:br>
              <a:rPr lang="en-GB">
                <a:sym typeface="+mn-ea"/>
              </a:rPr>
            </a:br>
            <a:endParaRPr>
              <a:solidFill>
                <a:srgbClr val="000000"/>
              </a:solidFill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542925" y="257175"/>
            <a:ext cx="8424545" cy="4660265"/>
          </a:xfrm>
        </p:spPr>
        <p:txBody>
          <a:bodyPr/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GB" sz="1800" b="1">
                <a:solidFill>
                  <a:srgbClr val="000000"/>
                </a:solidFill>
                <a:sym typeface="+mn-ea"/>
              </a:rPr>
              <a:t>Personalized Recommendations</a:t>
            </a:r>
            <a:r>
              <a:rPr lang="en-GB" sz="1800">
                <a:solidFill>
                  <a:srgbClr val="000000"/>
                </a:solidFill>
                <a:sym typeface="+mn-ea"/>
              </a:rPr>
              <a:t> based on user history.</a:t>
            </a:r>
            <a:br>
              <a:rPr lang="en-GB" sz="1800">
                <a:solidFill>
                  <a:srgbClr val="000000"/>
                </a:solidFill>
                <a:sym typeface="+mn-ea"/>
              </a:rPr>
            </a:br>
            <a:endParaRPr sz="1800">
              <a:solidFill>
                <a:srgbClr val="000000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US" altLang="en-US" sz="1800" b="1">
                <a:solidFill>
                  <a:srgbClr val="000000"/>
                </a:solidFill>
                <a:sym typeface="+mn-ea"/>
              </a:rPr>
              <a:t>360° Product View</a:t>
            </a:r>
            <a:r>
              <a:rPr lang="en-US" altLang="en-US" sz="1800">
                <a:solidFill>
                  <a:srgbClr val="000000"/>
                </a:solidFill>
                <a:sym typeface="+mn-ea"/>
              </a:rPr>
              <a:t> – allows customers to rotate ornaments virtually and see them from every angle for a realistic shopping experience</a:t>
            </a:r>
            <a:endParaRPr lang="en-US" altLang="en-US" sz="1800">
              <a:solidFill>
                <a:srgbClr val="000000"/>
              </a:solidFill>
              <a:sym typeface="+mn-ea"/>
            </a:endParaRPr>
          </a:p>
          <a:p>
            <a:pPr marL="381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</a:pPr>
            <a:endParaRPr lang="en-GB" altLang="en-US" sz="1800">
              <a:solidFill>
                <a:srgbClr val="000000"/>
              </a:solidFill>
              <a:sym typeface="+mn-e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GB" sz="1800" b="1">
                <a:solidFill>
                  <a:srgbClr val="000000"/>
                </a:solidFill>
                <a:sym typeface="+mn-ea"/>
              </a:rPr>
              <a:t>Occasion-Based Gifting Guide:</a:t>
            </a:r>
            <a:r>
              <a:rPr lang="en-GB" sz="1800">
                <a:solidFill>
                  <a:srgbClr val="000000"/>
                </a:solidFill>
                <a:sym typeface="+mn-ea"/>
              </a:rPr>
              <a:t>Recommendations for anniversaries, birthdays, weddings, and festivals.</a:t>
            </a:r>
            <a:endParaRPr lang="en-GB" sz="1800">
              <a:solidFill>
                <a:srgbClr val="000000"/>
              </a:solidFill>
              <a:sym typeface="+mn-e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endParaRPr lang="en-GB" sz="1800" b="1">
              <a:solidFill>
                <a:srgbClr val="000000"/>
              </a:solidFill>
              <a:sym typeface="+mn-e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GB" sz="1800" b="1">
                <a:solidFill>
                  <a:srgbClr val="000000"/>
                </a:solidFill>
                <a:sym typeface="+mn-ea"/>
              </a:rPr>
              <a:t>Gamified Loyalty Program:</a:t>
            </a:r>
            <a:br>
              <a:rPr sz="1800" b="1">
                <a:solidFill>
                  <a:srgbClr val="000000"/>
                </a:solidFill>
                <a:sym typeface="+mn-ea"/>
              </a:rPr>
            </a:br>
            <a:r>
              <a:rPr lang="en-GB" sz="1800">
                <a:solidFill>
                  <a:srgbClr val="000000"/>
                </a:solidFill>
                <a:sym typeface="+mn-ea"/>
              </a:rPr>
              <a:t>Reward points for purchases, reviews, and referrals → unlock discounts or free gifts.</a:t>
            </a:r>
            <a:br>
              <a:rPr lang="en-GB" sz="1800">
                <a:solidFill>
                  <a:srgbClr val="000000"/>
                </a:solidFill>
                <a:sym typeface="+mn-ea"/>
              </a:rPr>
            </a:br>
            <a:endParaRPr sz="1800" b="1">
              <a:solidFill>
                <a:srgbClr val="000000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endParaRPr lang="en-GB" sz="1800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248285" y="394335"/>
            <a:ext cx="8488045" cy="4312920"/>
          </a:xfrm>
        </p:spPr>
        <p:txBody>
          <a:bodyPr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000000"/>
                </a:solidFill>
                <a:sym typeface="+mn-ea"/>
              </a:rPr>
              <a:t>Insurance &amp; Buy-Back Options:</a:t>
            </a:r>
            <a:endParaRPr sz="1800" b="1">
              <a:solidFill>
                <a:srgbClr val="000000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GB" sz="1800">
                <a:solidFill>
                  <a:srgbClr val="000000"/>
                </a:solidFill>
                <a:sym typeface="+mn-ea"/>
              </a:rPr>
              <a:t>Easy add-on for jewelry insurance and transparent resale/exchange policy.</a:t>
            </a:r>
            <a:br>
              <a:rPr lang="en-GB" sz="1800">
                <a:solidFill>
                  <a:srgbClr val="000000"/>
                </a:solidFill>
                <a:sym typeface="+mn-ea"/>
              </a:rPr>
            </a:br>
            <a:r>
              <a:rPr lang="en-GB" sz="1800" b="1">
                <a:solidFill>
                  <a:srgbClr val="000000"/>
                </a:solidFill>
                <a:sym typeface="+mn-ea"/>
              </a:rPr>
              <a:t>Build Your Bridal/Custom Collection:</a:t>
            </a:r>
            <a:br>
              <a:rPr lang="en-GB" sz="1800" b="1">
                <a:solidFill>
                  <a:srgbClr val="000000"/>
                </a:solidFill>
                <a:sym typeface="+mn-ea"/>
              </a:rPr>
            </a:br>
            <a:r>
              <a:rPr lang="en-GB" sz="1800">
                <a:solidFill>
                  <a:srgbClr val="000000"/>
                </a:solidFill>
                <a:sym typeface="+mn-ea"/>
              </a:rPr>
              <a:t>Customers create a wedding collection wishlist &amp; share with family/friends.</a:t>
            </a:r>
            <a:endParaRPr sz="1800">
              <a:solidFill>
                <a:srgbClr val="000000"/>
              </a:solidFill>
            </a:endParaRPr>
          </a:p>
          <a:p>
            <a:endParaRPr 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GB">
                <a:sym typeface="+mn-ea"/>
              </a:rPr>
              <a:t>Future Scope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469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GB" sz="2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AI-Powered Virtual Try-On</a:t>
            </a:r>
            <a:r>
              <a:rPr lang="en-GB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using AR for more realistic fittings.</a:t>
            </a:r>
            <a:br>
              <a:rPr lang="en-GB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sz="2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GB" sz="2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Voice Search &amp; Chatbot Support</a:t>
            </a:r>
            <a:r>
              <a:rPr lang="en-GB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for improved accessibility.</a:t>
            </a:r>
            <a:br>
              <a:rPr lang="en-GB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sz="2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GB" sz="2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Loyalty Programs &amp; Offers</a:t>
            </a:r>
            <a:r>
              <a:rPr lang="en-GB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to increase customer retention.</a:t>
            </a:r>
            <a:br>
              <a:rPr lang="en-GB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sz="2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endParaRPr sz="2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7"/>
          <p:cNvSpPr/>
          <p:nvPr/>
        </p:nvSpPr>
        <p:spPr>
          <a:xfrm>
            <a:off x="7520700" y="2335075"/>
            <a:ext cx="1623300" cy="280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ay" panose="00000500000000000000"/>
              <a:ea typeface="Cambay" panose="00000500000000000000"/>
              <a:cs typeface="Cambay" panose="00000500000000000000"/>
              <a:sym typeface="Cambay" panose="00000500000000000000"/>
            </a:endParaRPr>
          </a:p>
        </p:txBody>
      </p:sp>
      <p:sp>
        <p:nvSpPr>
          <p:cNvPr id="867" name="Google Shape;867;p4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</a:t>
            </a:r>
            <a:r>
              <a:rPr lang="en-US" altLang="en-GB"/>
              <a:t> You</a:t>
            </a:r>
            <a:endParaRPr lang="en-US" altLang="en-GB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02.6296850393701,&quot;left&quot;:1.8429921259842559,&quot;top&quot;:62.57031496062989,&quot;width&quot;:733.8429133858268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4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3_1*n_h_h_f*1_2_1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02.6296850393701,&quot;left&quot;:1.8429921259842559,&quot;top&quot;:62.57031496062989,&quot;width&quot;:733.8429133858268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4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3_1*n_h_h_f*1_2_2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02.6296850393701,&quot;left&quot;:1.8429921259842559,&quot;top&quot;:62.57031496062989,&quot;width&quot;:733.842913385826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2"/>
  <p:tag name="KSO_WM_UNIT_ID" val="diagram20238223_1*n_h_h_i*1_2_1_2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02.6296850393701,&quot;left&quot;:1.8429921259842559,&quot;top&quot;:62.57031496062989,&quot;width&quot;:733.842913385826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1"/>
  <p:tag name="KSO_WM_UNIT_ID" val="diagram20238223_1*n_h_h_i*1_2_2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02.6296850393701,&quot;left&quot;:1.8429921259842559,&quot;top&quot;:62.57031496062989,&quot;width&quot;:733.8429133858268}"/>
  <p:tag name="KSO_WM_DIAGRAM_COLOR_MATCH_VALUE" val="{&quot;shape&quot;:{&quot;fill&quot;:{&quot;solid&quot;:{&quot;brightness&quot;:0.699999988079071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3"/>
  <p:tag name="KSO_WM_UNIT_ID" val="diagram20238223_1*n_h_i*1_1_3"/>
  <p:tag name="KSO_WM_TEMPLATE_CATEGORY" val="diagram"/>
  <p:tag name="KSO_WM_TEMPLATE_INDEX" val="20238223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7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02.6296850393701,&quot;left&quot;:1.8429921259842559,&quot;top&quot;:62.57031496062989,&quot;width&quot;:733.842913385826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7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3_1*n_h_a*1_1_1"/>
  <p:tag name="KSO_WM_TEMPLATE_CATEGORY" val="diagram"/>
  <p:tag name="KSO_WM_TEMPLATE_INDEX" val="20238223"/>
  <p:tag name="KSO_WM_UNIT_LAYERLEVEL" val="1_1_1"/>
  <p:tag name="KSO_WM_TAG_VERSION" val="3.0"/>
  <p:tag name="KSO_WM_BEAUTIFY_FLAG" val="#wm#"/>
  <p:tag name="KSO_WM_UNIT_PRESET_TEXT" val="Your title here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306_2*l_h_i*1_1_2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287.7148818897637,&quot;left&quot;:23.9951968503937,&quot;top&quot;:117.29708661417324,&quot;width&quot;:672.00480314960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306_2*l_h_i*1_1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87.7148818897637,&quot;left&quot;:23.9951968503937,&quot;top&quot;:117.29708661417324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306_2*l_h_f*1_1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87.7148818897637,&quot;left&quot;:23.9951968503937,&quot;top&quot;:117.29708661417324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306_2*l_h_i*1_2_2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287.7148818897637,&quot;left&quot;:23.9951968503937,&quot;top&quot;:117.29708661417324,&quot;width&quot;:672.00480314960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8306_2*l_h_i*1_2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87.7148818897637,&quot;left&quot;:23.9951968503937,&quot;top&quot;:117.29708661417324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306_2*l_h_f*1_2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87.7148818897637,&quot;left&quot;:23.9951968503937,&quot;top&quot;:117.29708661417324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306_2*l_h_i*1_3_2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2"/>
  <p:tag name="KSO_WM_DIAGRAM_VIRTUALLY_FRAME" val="{&quot;height&quot;:287.7148818897637,&quot;left&quot;:23.9951968503937,&quot;top&quot;:117.29708661417324,&quot;width&quot;:672.00480314960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8306_2*l_h_i*1_3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87.7148818897637,&quot;left&quot;:23.9951968503937,&quot;top&quot;:117.29708661417324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306_2*l_h_f*1_3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87.7148818897637,&quot;left&quot;:23.9951968503937,&quot;top&quot;:117.29708661417324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resource_record_key" val="{&quot;70&quot;:[3321390,3321400,3322760]}"/>
</p:tagLst>
</file>

<file path=ppt/theme/theme1.xml><?xml version="1.0" encoding="utf-8"?>
<a:theme xmlns:a="http://schemas.openxmlformats.org/drawingml/2006/main" name="Elegant Clothing Line Social Media Strategy by Slidesgo">
  <a:themeElements>
    <a:clrScheme name="Simple Light">
      <a:dk1>
        <a:srgbClr val="53351B"/>
      </a:dk1>
      <a:lt1>
        <a:srgbClr val="F0E3DA"/>
      </a:lt1>
      <a:dk2>
        <a:srgbClr val="574F49"/>
      </a:dk2>
      <a:lt2>
        <a:srgbClr val="512D15"/>
      </a:lt2>
      <a:accent1>
        <a:srgbClr val="732D1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74F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1950</Words>
  <Application>WPS Presentation</Application>
  <PresentationFormat/>
  <Paragraphs>75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Arial</vt:lpstr>
      <vt:lpstr>Manrope</vt:lpstr>
      <vt:lpstr>Cambay</vt:lpstr>
      <vt:lpstr>Calibri</vt:lpstr>
      <vt:lpstr>Raleway</vt:lpstr>
      <vt:lpstr>Nunito Light</vt:lpstr>
      <vt:lpstr>Segoe Print</vt:lpstr>
      <vt:lpstr>Manrope SemiBold</vt:lpstr>
      <vt:lpstr>Wingdings</vt:lpstr>
      <vt:lpstr>Noto Sans Symbols</vt:lpstr>
      <vt:lpstr>Microsoft YaHei</vt:lpstr>
      <vt:lpstr>Arial Unicode MS</vt:lpstr>
      <vt:lpstr>Elegant Clothing Line Social Media Strategy by Slidesgo</vt:lpstr>
      <vt:lpstr>Leonora Jewels </vt:lpstr>
      <vt:lpstr>PowerPoint 演示文稿</vt:lpstr>
      <vt:lpstr>Objectives</vt:lpstr>
      <vt:lpstr>Core Features</vt:lpstr>
      <vt:lpstr>PowerPoint 演示文稿</vt:lpstr>
      <vt:lpstr>PowerPoint 演示文稿</vt:lpstr>
      <vt:lpstr>Future Scope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Leonora Jewels </dc:title>
  <dc:creator/>
  <cp:lastModifiedBy>Merin Joseph</cp:lastModifiedBy>
  <cp:revision>9</cp:revision>
  <dcterms:created xsi:type="dcterms:W3CDTF">2025-09-15T18:19:00Z</dcterms:created>
  <dcterms:modified xsi:type="dcterms:W3CDTF">2025-11-25T08:32:11Z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87EA8DD5CDA24B94A40873511D6CD92F_13</vt:lpwstr>
  </property>
  <property fmtid="{D5CDD505-2E9C-101B-9397-08002B2CF9AE}" pid="3" name="KSOProductBuildVer">
    <vt:lpwstr>1033-12.2.0.23155</vt:lpwstr>
  </property>
</Properties>
</file>